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76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 (kWh)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A-101</c:v>
                </c:pt>
                <c:pt idx="1">
                  <c:v>A-102</c:v>
                </c:pt>
                <c:pt idx="2">
                  <c:v>B-101</c:v>
                </c:pt>
                <c:pt idx="3">
                  <c:v>B-102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85.78</c:v>
                </c:pt>
                <c:pt idx="1">
                  <c:v>88.6</c:v>
                </c:pt>
                <c:pt idx="2">
                  <c:v>86.67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B4-4F53-9C0C-718A48AB94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 ($)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A-101</c:v>
                </c:pt>
                <c:pt idx="1">
                  <c:v>A-102</c:v>
                </c:pt>
                <c:pt idx="2">
                  <c:v>B-101</c:v>
                </c:pt>
                <c:pt idx="3">
                  <c:v>B-102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27.44</c:v>
                </c:pt>
                <c:pt idx="1">
                  <c:v>27.95</c:v>
                </c:pt>
                <c:pt idx="2">
                  <c:v>27.6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04-4006-B44A-2010D6911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29.sv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11" Type="http://schemas.openxmlformats.org/officeDocument/2006/relationships/image" Target="../media/image28.png"/><Relationship Id="rId5" Type="http://schemas.openxmlformats.org/officeDocument/2006/relationships/image" Target="../media/image63.png"/><Relationship Id="rId10" Type="http://schemas.openxmlformats.org/officeDocument/2006/relationships/image" Target="../media/image37.svg"/><Relationship Id="rId4" Type="http://schemas.openxmlformats.org/officeDocument/2006/relationships/image" Target="../media/image62.svg"/><Relationship Id="rId9" Type="http://schemas.openxmlformats.org/officeDocument/2006/relationships/image" Target="../media/image36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10" Type="http://schemas.openxmlformats.org/officeDocument/2006/relationships/image" Target="../media/image77.svg"/><Relationship Id="rId4" Type="http://schemas.openxmlformats.org/officeDocument/2006/relationships/image" Target="../media/image71.svg"/><Relationship Id="rId9" Type="http://schemas.openxmlformats.org/officeDocument/2006/relationships/image" Target="../media/image7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29.sv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11" Type="http://schemas.openxmlformats.org/officeDocument/2006/relationships/image" Target="../media/image28.png"/><Relationship Id="rId5" Type="http://schemas.openxmlformats.org/officeDocument/2006/relationships/image" Target="../media/image63.png"/><Relationship Id="rId10" Type="http://schemas.openxmlformats.org/officeDocument/2006/relationships/image" Target="../media/image37.svg"/><Relationship Id="rId4" Type="http://schemas.openxmlformats.org/officeDocument/2006/relationships/image" Target="../media/image62.svg"/><Relationship Id="rId9" Type="http://schemas.openxmlformats.org/officeDocument/2006/relationships/image" Target="../media/image36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10" Type="http://schemas.openxmlformats.org/officeDocument/2006/relationships/image" Target="../media/image77.svg"/><Relationship Id="rId4" Type="http://schemas.openxmlformats.org/officeDocument/2006/relationships/image" Target="../media/image71.svg"/><Relationship Id="rId9" Type="http://schemas.openxmlformats.org/officeDocument/2006/relationships/image" Target="../media/image7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EFEF36-FD64-4504-B76D-7823C8C31B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529E2D-0BB5-47C2-AF19-5B56ED09E507}">
      <dgm:prSet/>
      <dgm:spPr/>
      <dgm:t>
        <a:bodyPr/>
        <a:lstStyle/>
        <a:p>
          <a:r>
            <a:rPr lang="en-US"/>
            <a:t>Problem and goals</a:t>
          </a:r>
        </a:p>
      </dgm:t>
    </dgm:pt>
    <dgm:pt modelId="{56FC7A98-8D8D-4069-953E-C8D4EE7DC175}" type="parTrans" cxnId="{632EA341-A241-4844-AC94-EEE202C05ABD}">
      <dgm:prSet/>
      <dgm:spPr/>
      <dgm:t>
        <a:bodyPr/>
        <a:lstStyle/>
        <a:p>
          <a:endParaRPr lang="en-US"/>
        </a:p>
      </dgm:t>
    </dgm:pt>
    <dgm:pt modelId="{3D171ECD-6B69-4C30-B95B-F228072EFC7A}" type="sibTrans" cxnId="{632EA341-A241-4844-AC94-EEE202C05ABD}">
      <dgm:prSet/>
      <dgm:spPr/>
      <dgm:t>
        <a:bodyPr/>
        <a:lstStyle/>
        <a:p>
          <a:endParaRPr lang="en-US"/>
        </a:p>
      </dgm:t>
    </dgm:pt>
    <dgm:pt modelId="{9868F58D-B3F1-44B5-B2F2-3DBAE4051D72}">
      <dgm:prSet/>
      <dgm:spPr/>
      <dgm:t>
        <a:bodyPr/>
        <a:lstStyle/>
        <a:p>
          <a:r>
            <a:rPr lang="en-US"/>
            <a:t>Solution overview</a:t>
          </a:r>
        </a:p>
      </dgm:t>
    </dgm:pt>
    <dgm:pt modelId="{BF35A527-0A7C-435B-90C2-9380ECE8A136}" type="parTrans" cxnId="{D4A7C2DC-783B-4CB4-9A1B-73F469A8448A}">
      <dgm:prSet/>
      <dgm:spPr/>
      <dgm:t>
        <a:bodyPr/>
        <a:lstStyle/>
        <a:p>
          <a:endParaRPr lang="en-US"/>
        </a:p>
      </dgm:t>
    </dgm:pt>
    <dgm:pt modelId="{28DA7230-D716-4C42-8AC7-A3A60535BF23}" type="sibTrans" cxnId="{D4A7C2DC-783B-4CB4-9A1B-73F469A8448A}">
      <dgm:prSet/>
      <dgm:spPr/>
      <dgm:t>
        <a:bodyPr/>
        <a:lstStyle/>
        <a:p>
          <a:endParaRPr lang="en-US"/>
        </a:p>
      </dgm:t>
    </dgm:pt>
    <dgm:pt modelId="{3B30B315-C244-41C8-A545-918DAD5D2CCA}">
      <dgm:prSet/>
      <dgm:spPr/>
      <dgm:t>
        <a:bodyPr/>
        <a:lstStyle/>
        <a:p>
          <a:r>
            <a:rPr lang="en-US"/>
            <a:t>Architecture and data model</a:t>
          </a:r>
        </a:p>
      </dgm:t>
    </dgm:pt>
    <dgm:pt modelId="{36D9B3DA-D69C-4B98-BE6B-3922926F8F72}" type="parTrans" cxnId="{884C77E5-DF24-4E4C-BAAB-DDBE0827CE7B}">
      <dgm:prSet/>
      <dgm:spPr/>
      <dgm:t>
        <a:bodyPr/>
        <a:lstStyle/>
        <a:p>
          <a:endParaRPr lang="en-US"/>
        </a:p>
      </dgm:t>
    </dgm:pt>
    <dgm:pt modelId="{E36110C1-CA4A-4734-BDC7-9E24E0DB7C68}" type="sibTrans" cxnId="{884C77E5-DF24-4E4C-BAAB-DDBE0827CE7B}">
      <dgm:prSet/>
      <dgm:spPr/>
      <dgm:t>
        <a:bodyPr/>
        <a:lstStyle/>
        <a:p>
          <a:endParaRPr lang="en-US"/>
        </a:p>
      </dgm:t>
    </dgm:pt>
    <dgm:pt modelId="{9276C33A-AA11-4AA4-87D2-AEDCCE22F10F}">
      <dgm:prSet/>
      <dgm:spPr/>
      <dgm:t>
        <a:bodyPr/>
        <a:lstStyle/>
        <a:p>
          <a:r>
            <a:rPr lang="en-US"/>
            <a:t>Billing engine and spike detection</a:t>
          </a:r>
        </a:p>
      </dgm:t>
    </dgm:pt>
    <dgm:pt modelId="{562413A1-D78F-4820-89FE-ACA1EB7D2B79}" type="parTrans" cxnId="{EAE8A2C9-0D09-4E02-A732-0B9EF88C4BEC}">
      <dgm:prSet/>
      <dgm:spPr/>
      <dgm:t>
        <a:bodyPr/>
        <a:lstStyle/>
        <a:p>
          <a:endParaRPr lang="en-US"/>
        </a:p>
      </dgm:t>
    </dgm:pt>
    <dgm:pt modelId="{238FABB5-EE58-4E67-8F96-BADD0AB8C7C0}" type="sibTrans" cxnId="{EAE8A2C9-0D09-4E02-A732-0B9EF88C4BEC}">
      <dgm:prSet/>
      <dgm:spPr/>
      <dgm:t>
        <a:bodyPr/>
        <a:lstStyle/>
        <a:p>
          <a:endParaRPr lang="en-US"/>
        </a:p>
      </dgm:t>
    </dgm:pt>
    <dgm:pt modelId="{D070C619-E35F-4359-9C18-E79C453977F5}">
      <dgm:prSet/>
      <dgm:spPr/>
      <dgm:t>
        <a:bodyPr/>
        <a:lstStyle/>
        <a:p>
          <a:r>
            <a:rPr lang="en-US"/>
            <a:t>Dashboard analytics and UI workflow</a:t>
          </a:r>
        </a:p>
      </dgm:t>
    </dgm:pt>
    <dgm:pt modelId="{57B43495-053E-4869-9045-D881055671CE}" type="parTrans" cxnId="{7DE95977-93A3-499E-9AD7-7AFD7D2ADDBA}">
      <dgm:prSet/>
      <dgm:spPr/>
      <dgm:t>
        <a:bodyPr/>
        <a:lstStyle/>
        <a:p>
          <a:endParaRPr lang="en-US"/>
        </a:p>
      </dgm:t>
    </dgm:pt>
    <dgm:pt modelId="{24C469BC-8AF6-4E29-860B-25B4D95ADDC0}" type="sibTrans" cxnId="{7DE95977-93A3-499E-9AD7-7AFD7D2ADDBA}">
      <dgm:prSet/>
      <dgm:spPr/>
      <dgm:t>
        <a:bodyPr/>
        <a:lstStyle/>
        <a:p>
          <a:endParaRPr lang="en-US"/>
        </a:p>
      </dgm:t>
    </dgm:pt>
    <dgm:pt modelId="{E0ECF4D2-9D67-4D78-BD6D-2442D1DBA443}">
      <dgm:prSet/>
      <dgm:spPr/>
      <dgm:t>
        <a:bodyPr/>
        <a:lstStyle/>
        <a:p>
          <a:r>
            <a:rPr lang="en-US"/>
            <a:t>Demo plan and next steps</a:t>
          </a:r>
        </a:p>
      </dgm:t>
    </dgm:pt>
    <dgm:pt modelId="{A7E7B1FC-578D-498B-96C5-E710504440AF}" type="parTrans" cxnId="{DE8F3981-15BD-4205-BBC7-CE0C6F9D9FE2}">
      <dgm:prSet/>
      <dgm:spPr/>
      <dgm:t>
        <a:bodyPr/>
        <a:lstStyle/>
        <a:p>
          <a:endParaRPr lang="en-US"/>
        </a:p>
      </dgm:t>
    </dgm:pt>
    <dgm:pt modelId="{94ADEC78-E5D8-4F22-AB30-136B8BEACEF7}" type="sibTrans" cxnId="{DE8F3981-15BD-4205-BBC7-CE0C6F9D9FE2}">
      <dgm:prSet/>
      <dgm:spPr/>
      <dgm:t>
        <a:bodyPr/>
        <a:lstStyle/>
        <a:p>
          <a:endParaRPr lang="en-US"/>
        </a:p>
      </dgm:t>
    </dgm:pt>
    <dgm:pt modelId="{8276D3C3-241A-4C4B-A817-914400867A16}" type="pres">
      <dgm:prSet presAssocID="{87EFEF36-FD64-4504-B76D-7823C8C31B84}" presName="root" presStyleCnt="0">
        <dgm:presLayoutVars>
          <dgm:dir/>
          <dgm:resizeHandles val="exact"/>
        </dgm:presLayoutVars>
      </dgm:prSet>
      <dgm:spPr/>
    </dgm:pt>
    <dgm:pt modelId="{01C6A6FA-B46F-4A29-A7A7-F70FE6BCF15C}" type="pres">
      <dgm:prSet presAssocID="{E8529E2D-0BB5-47C2-AF19-5B56ED09E507}" presName="compNode" presStyleCnt="0"/>
      <dgm:spPr/>
    </dgm:pt>
    <dgm:pt modelId="{F2671E48-564B-4E3E-A6BE-31C0D57B80C7}" type="pres">
      <dgm:prSet presAssocID="{E8529E2D-0BB5-47C2-AF19-5B56ED09E507}" presName="bgRect" presStyleLbl="bgShp" presStyleIdx="0" presStyleCnt="6"/>
      <dgm:spPr/>
    </dgm:pt>
    <dgm:pt modelId="{94585E96-232B-48B2-9DCB-66733465130E}" type="pres">
      <dgm:prSet presAssocID="{E8529E2D-0BB5-47C2-AF19-5B56ED09E50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950810A-7F58-4E64-9FDF-5B0E9A46EB62}" type="pres">
      <dgm:prSet presAssocID="{E8529E2D-0BB5-47C2-AF19-5B56ED09E507}" presName="spaceRect" presStyleCnt="0"/>
      <dgm:spPr/>
    </dgm:pt>
    <dgm:pt modelId="{ECDE6A77-E0C0-464A-8F2D-C49AB608CFE7}" type="pres">
      <dgm:prSet presAssocID="{E8529E2D-0BB5-47C2-AF19-5B56ED09E507}" presName="parTx" presStyleLbl="revTx" presStyleIdx="0" presStyleCnt="6">
        <dgm:presLayoutVars>
          <dgm:chMax val="0"/>
          <dgm:chPref val="0"/>
        </dgm:presLayoutVars>
      </dgm:prSet>
      <dgm:spPr/>
    </dgm:pt>
    <dgm:pt modelId="{C8AAA2D4-CA0E-48B5-B5A6-347568350960}" type="pres">
      <dgm:prSet presAssocID="{3D171ECD-6B69-4C30-B95B-F228072EFC7A}" presName="sibTrans" presStyleCnt="0"/>
      <dgm:spPr/>
    </dgm:pt>
    <dgm:pt modelId="{D5BC6DFF-6E43-4F26-A3B1-F9C8696ECC83}" type="pres">
      <dgm:prSet presAssocID="{9868F58D-B3F1-44B5-B2F2-3DBAE4051D72}" presName="compNode" presStyleCnt="0"/>
      <dgm:spPr/>
    </dgm:pt>
    <dgm:pt modelId="{29FE795F-863C-418D-910A-E8047227D14E}" type="pres">
      <dgm:prSet presAssocID="{9868F58D-B3F1-44B5-B2F2-3DBAE4051D72}" presName="bgRect" presStyleLbl="bgShp" presStyleIdx="1" presStyleCnt="6"/>
      <dgm:spPr/>
    </dgm:pt>
    <dgm:pt modelId="{A045AB0B-8D62-4B50-81AA-F6D85B9443F2}" type="pres">
      <dgm:prSet presAssocID="{9868F58D-B3F1-44B5-B2F2-3DBAE4051D7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29B2AEB9-1F05-4D0A-9977-C8B25500C18E}" type="pres">
      <dgm:prSet presAssocID="{9868F58D-B3F1-44B5-B2F2-3DBAE4051D72}" presName="spaceRect" presStyleCnt="0"/>
      <dgm:spPr/>
    </dgm:pt>
    <dgm:pt modelId="{9FFA2F7D-75A4-4966-9C35-F20C5BE387B6}" type="pres">
      <dgm:prSet presAssocID="{9868F58D-B3F1-44B5-B2F2-3DBAE4051D72}" presName="parTx" presStyleLbl="revTx" presStyleIdx="1" presStyleCnt="6">
        <dgm:presLayoutVars>
          <dgm:chMax val="0"/>
          <dgm:chPref val="0"/>
        </dgm:presLayoutVars>
      </dgm:prSet>
      <dgm:spPr/>
    </dgm:pt>
    <dgm:pt modelId="{489CD6F3-CC5D-42E7-A713-81FAD66896CC}" type="pres">
      <dgm:prSet presAssocID="{28DA7230-D716-4C42-8AC7-A3A60535BF23}" presName="sibTrans" presStyleCnt="0"/>
      <dgm:spPr/>
    </dgm:pt>
    <dgm:pt modelId="{167BCFD7-B023-46A8-B1C8-8A912A6685C1}" type="pres">
      <dgm:prSet presAssocID="{3B30B315-C244-41C8-A545-918DAD5D2CCA}" presName="compNode" presStyleCnt="0"/>
      <dgm:spPr/>
    </dgm:pt>
    <dgm:pt modelId="{F71B7A21-DECE-4E0A-BBB7-7376CD423E5E}" type="pres">
      <dgm:prSet presAssocID="{3B30B315-C244-41C8-A545-918DAD5D2CCA}" presName="bgRect" presStyleLbl="bgShp" presStyleIdx="2" presStyleCnt="6"/>
      <dgm:spPr/>
    </dgm:pt>
    <dgm:pt modelId="{C970FD76-9181-4E52-BEEC-06D8D2833275}" type="pres">
      <dgm:prSet presAssocID="{3B30B315-C244-41C8-A545-918DAD5D2CC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5626628-0C53-46E1-AF4E-360801C89F66}" type="pres">
      <dgm:prSet presAssocID="{3B30B315-C244-41C8-A545-918DAD5D2CCA}" presName="spaceRect" presStyleCnt="0"/>
      <dgm:spPr/>
    </dgm:pt>
    <dgm:pt modelId="{5DEEE547-D429-4D9A-A241-9EB092ECAA8D}" type="pres">
      <dgm:prSet presAssocID="{3B30B315-C244-41C8-A545-918DAD5D2CCA}" presName="parTx" presStyleLbl="revTx" presStyleIdx="2" presStyleCnt="6">
        <dgm:presLayoutVars>
          <dgm:chMax val="0"/>
          <dgm:chPref val="0"/>
        </dgm:presLayoutVars>
      </dgm:prSet>
      <dgm:spPr/>
    </dgm:pt>
    <dgm:pt modelId="{A097F066-6695-4A99-97FB-A286943A1DC2}" type="pres">
      <dgm:prSet presAssocID="{E36110C1-CA4A-4734-BDC7-9E24E0DB7C68}" presName="sibTrans" presStyleCnt="0"/>
      <dgm:spPr/>
    </dgm:pt>
    <dgm:pt modelId="{6692D2E0-7AA2-4EFD-A37D-CCE21D2D341C}" type="pres">
      <dgm:prSet presAssocID="{9276C33A-AA11-4AA4-87D2-AEDCCE22F10F}" presName="compNode" presStyleCnt="0"/>
      <dgm:spPr/>
    </dgm:pt>
    <dgm:pt modelId="{41C30717-58A8-42F2-9767-46B34376EB88}" type="pres">
      <dgm:prSet presAssocID="{9276C33A-AA11-4AA4-87D2-AEDCCE22F10F}" presName="bgRect" presStyleLbl="bgShp" presStyleIdx="3" presStyleCnt="6"/>
      <dgm:spPr/>
    </dgm:pt>
    <dgm:pt modelId="{36249A6F-D287-4A9B-9F02-A06B9DBD3AD0}" type="pres">
      <dgm:prSet presAssocID="{9276C33A-AA11-4AA4-87D2-AEDCCE22F10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AC9C4EE-718A-4213-81F9-C7F74FE36E39}" type="pres">
      <dgm:prSet presAssocID="{9276C33A-AA11-4AA4-87D2-AEDCCE22F10F}" presName="spaceRect" presStyleCnt="0"/>
      <dgm:spPr/>
    </dgm:pt>
    <dgm:pt modelId="{483F1B59-7FEB-4A7C-BD86-81B8FDC121DE}" type="pres">
      <dgm:prSet presAssocID="{9276C33A-AA11-4AA4-87D2-AEDCCE22F10F}" presName="parTx" presStyleLbl="revTx" presStyleIdx="3" presStyleCnt="6">
        <dgm:presLayoutVars>
          <dgm:chMax val="0"/>
          <dgm:chPref val="0"/>
        </dgm:presLayoutVars>
      </dgm:prSet>
      <dgm:spPr/>
    </dgm:pt>
    <dgm:pt modelId="{AD9A20E1-A8C5-4860-B2D2-BF489E6BB897}" type="pres">
      <dgm:prSet presAssocID="{238FABB5-EE58-4E67-8F96-BADD0AB8C7C0}" presName="sibTrans" presStyleCnt="0"/>
      <dgm:spPr/>
    </dgm:pt>
    <dgm:pt modelId="{D5CA27CF-8190-40C2-A153-A8DCBDB01C07}" type="pres">
      <dgm:prSet presAssocID="{D070C619-E35F-4359-9C18-E79C453977F5}" presName="compNode" presStyleCnt="0"/>
      <dgm:spPr/>
    </dgm:pt>
    <dgm:pt modelId="{95970F5C-8845-49E4-B39B-D9F8A8B08392}" type="pres">
      <dgm:prSet presAssocID="{D070C619-E35F-4359-9C18-E79C453977F5}" presName="bgRect" presStyleLbl="bgShp" presStyleIdx="4" presStyleCnt="6"/>
      <dgm:spPr/>
    </dgm:pt>
    <dgm:pt modelId="{D67DE1AB-5C55-437B-B728-B81E3A8B295C}" type="pres">
      <dgm:prSet presAssocID="{D070C619-E35F-4359-9C18-E79C453977F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CDDBCF7-75F2-40B0-9E7F-BC3FBBBDFFAC}" type="pres">
      <dgm:prSet presAssocID="{D070C619-E35F-4359-9C18-E79C453977F5}" presName="spaceRect" presStyleCnt="0"/>
      <dgm:spPr/>
    </dgm:pt>
    <dgm:pt modelId="{DD170B0C-067F-4418-8A2C-C75E9CDAB52C}" type="pres">
      <dgm:prSet presAssocID="{D070C619-E35F-4359-9C18-E79C453977F5}" presName="parTx" presStyleLbl="revTx" presStyleIdx="4" presStyleCnt="6">
        <dgm:presLayoutVars>
          <dgm:chMax val="0"/>
          <dgm:chPref val="0"/>
        </dgm:presLayoutVars>
      </dgm:prSet>
      <dgm:spPr/>
    </dgm:pt>
    <dgm:pt modelId="{6C4DE83D-8179-45D1-8A1B-1275814A3EBF}" type="pres">
      <dgm:prSet presAssocID="{24C469BC-8AF6-4E29-860B-25B4D95ADDC0}" presName="sibTrans" presStyleCnt="0"/>
      <dgm:spPr/>
    </dgm:pt>
    <dgm:pt modelId="{22A60429-BE2C-4467-84E1-B9EF6698B5EB}" type="pres">
      <dgm:prSet presAssocID="{E0ECF4D2-9D67-4D78-BD6D-2442D1DBA443}" presName="compNode" presStyleCnt="0"/>
      <dgm:spPr/>
    </dgm:pt>
    <dgm:pt modelId="{5F3E0959-1202-48BA-B24E-8790C7DCDFF0}" type="pres">
      <dgm:prSet presAssocID="{E0ECF4D2-9D67-4D78-BD6D-2442D1DBA443}" presName="bgRect" presStyleLbl="bgShp" presStyleIdx="5" presStyleCnt="6"/>
      <dgm:spPr/>
    </dgm:pt>
    <dgm:pt modelId="{FFD7E87C-2960-4BBF-8FD2-3CD5A09A62B4}" type="pres">
      <dgm:prSet presAssocID="{E0ECF4D2-9D67-4D78-BD6D-2442D1DBA44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90A9E3C-5BAA-431A-8757-293E445136A3}" type="pres">
      <dgm:prSet presAssocID="{E0ECF4D2-9D67-4D78-BD6D-2442D1DBA443}" presName="spaceRect" presStyleCnt="0"/>
      <dgm:spPr/>
    </dgm:pt>
    <dgm:pt modelId="{93A11D3B-418C-4DF0-8B42-622B9CCFD222}" type="pres">
      <dgm:prSet presAssocID="{E0ECF4D2-9D67-4D78-BD6D-2442D1DBA44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1A44F38-1E47-4D9E-81EE-55D5FE6D670F}" type="presOf" srcId="{E8529E2D-0BB5-47C2-AF19-5B56ED09E507}" destId="{ECDE6A77-E0C0-464A-8F2D-C49AB608CFE7}" srcOrd="0" destOrd="0" presId="urn:microsoft.com/office/officeart/2018/2/layout/IconVerticalSolidList"/>
    <dgm:cxn modelId="{632EA341-A241-4844-AC94-EEE202C05ABD}" srcId="{87EFEF36-FD64-4504-B76D-7823C8C31B84}" destId="{E8529E2D-0BB5-47C2-AF19-5B56ED09E507}" srcOrd="0" destOrd="0" parTransId="{56FC7A98-8D8D-4069-953E-C8D4EE7DC175}" sibTransId="{3D171ECD-6B69-4C30-B95B-F228072EFC7A}"/>
    <dgm:cxn modelId="{7DE95977-93A3-499E-9AD7-7AFD7D2ADDBA}" srcId="{87EFEF36-FD64-4504-B76D-7823C8C31B84}" destId="{D070C619-E35F-4359-9C18-E79C453977F5}" srcOrd="4" destOrd="0" parTransId="{57B43495-053E-4869-9045-D881055671CE}" sibTransId="{24C469BC-8AF6-4E29-860B-25B4D95ADDC0}"/>
    <dgm:cxn modelId="{DE8F3981-15BD-4205-BBC7-CE0C6F9D9FE2}" srcId="{87EFEF36-FD64-4504-B76D-7823C8C31B84}" destId="{E0ECF4D2-9D67-4D78-BD6D-2442D1DBA443}" srcOrd="5" destOrd="0" parTransId="{A7E7B1FC-578D-498B-96C5-E710504440AF}" sibTransId="{94ADEC78-E5D8-4F22-AB30-136B8BEACEF7}"/>
    <dgm:cxn modelId="{E9231E92-B123-4C1C-B66D-0736B3C57369}" type="presOf" srcId="{D070C619-E35F-4359-9C18-E79C453977F5}" destId="{DD170B0C-067F-4418-8A2C-C75E9CDAB52C}" srcOrd="0" destOrd="0" presId="urn:microsoft.com/office/officeart/2018/2/layout/IconVerticalSolidList"/>
    <dgm:cxn modelId="{E94A9397-18C0-4FE5-83C1-BCC5189C9E7C}" type="presOf" srcId="{9868F58D-B3F1-44B5-B2F2-3DBAE4051D72}" destId="{9FFA2F7D-75A4-4966-9C35-F20C5BE387B6}" srcOrd="0" destOrd="0" presId="urn:microsoft.com/office/officeart/2018/2/layout/IconVerticalSolidList"/>
    <dgm:cxn modelId="{271C93A4-24A7-4433-9459-4B743C2A5D5F}" type="presOf" srcId="{E0ECF4D2-9D67-4D78-BD6D-2442D1DBA443}" destId="{93A11D3B-418C-4DF0-8B42-622B9CCFD222}" srcOrd="0" destOrd="0" presId="urn:microsoft.com/office/officeart/2018/2/layout/IconVerticalSolidList"/>
    <dgm:cxn modelId="{EAE8A2C9-0D09-4E02-A732-0B9EF88C4BEC}" srcId="{87EFEF36-FD64-4504-B76D-7823C8C31B84}" destId="{9276C33A-AA11-4AA4-87D2-AEDCCE22F10F}" srcOrd="3" destOrd="0" parTransId="{562413A1-D78F-4820-89FE-ACA1EB7D2B79}" sibTransId="{238FABB5-EE58-4E67-8F96-BADD0AB8C7C0}"/>
    <dgm:cxn modelId="{E08429D8-7EC4-45E6-8777-8981B687D892}" type="presOf" srcId="{9276C33A-AA11-4AA4-87D2-AEDCCE22F10F}" destId="{483F1B59-7FEB-4A7C-BD86-81B8FDC121DE}" srcOrd="0" destOrd="0" presId="urn:microsoft.com/office/officeart/2018/2/layout/IconVerticalSolidList"/>
    <dgm:cxn modelId="{D4A7C2DC-783B-4CB4-9A1B-73F469A8448A}" srcId="{87EFEF36-FD64-4504-B76D-7823C8C31B84}" destId="{9868F58D-B3F1-44B5-B2F2-3DBAE4051D72}" srcOrd="1" destOrd="0" parTransId="{BF35A527-0A7C-435B-90C2-9380ECE8A136}" sibTransId="{28DA7230-D716-4C42-8AC7-A3A60535BF23}"/>
    <dgm:cxn modelId="{884C77E5-DF24-4E4C-BAAB-DDBE0827CE7B}" srcId="{87EFEF36-FD64-4504-B76D-7823C8C31B84}" destId="{3B30B315-C244-41C8-A545-918DAD5D2CCA}" srcOrd="2" destOrd="0" parTransId="{36D9B3DA-D69C-4B98-BE6B-3922926F8F72}" sibTransId="{E36110C1-CA4A-4734-BDC7-9E24E0DB7C68}"/>
    <dgm:cxn modelId="{29EBA0E7-95BE-4707-A325-2CA08837CD7F}" type="presOf" srcId="{87EFEF36-FD64-4504-B76D-7823C8C31B84}" destId="{8276D3C3-241A-4C4B-A817-914400867A16}" srcOrd="0" destOrd="0" presId="urn:microsoft.com/office/officeart/2018/2/layout/IconVerticalSolidList"/>
    <dgm:cxn modelId="{762238FB-2D49-48F0-AAF3-5C13E2D509C4}" type="presOf" srcId="{3B30B315-C244-41C8-A545-918DAD5D2CCA}" destId="{5DEEE547-D429-4D9A-A241-9EB092ECAA8D}" srcOrd="0" destOrd="0" presId="urn:microsoft.com/office/officeart/2018/2/layout/IconVerticalSolidList"/>
    <dgm:cxn modelId="{698BDE2F-6714-45CB-9439-8DC92A563701}" type="presParOf" srcId="{8276D3C3-241A-4C4B-A817-914400867A16}" destId="{01C6A6FA-B46F-4A29-A7A7-F70FE6BCF15C}" srcOrd="0" destOrd="0" presId="urn:microsoft.com/office/officeart/2018/2/layout/IconVerticalSolidList"/>
    <dgm:cxn modelId="{7335366D-10D1-4D13-BC67-4C940117DB38}" type="presParOf" srcId="{01C6A6FA-B46F-4A29-A7A7-F70FE6BCF15C}" destId="{F2671E48-564B-4E3E-A6BE-31C0D57B80C7}" srcOrd="0" destOrd="0" presId="urn:microsoft.com/office/officeart/2018/2/layout/IconVerticalSolidList"/>
    <dgm:cxn modelId="{C8FD997B-53E4-4EF9-8680-8B831565D5D1}" type="presParOf" srcId="{01C6A6FA-B46F-4A29-A7A7-F70FE6BCF15C}" destId="{94585E96-232B-48B2-9DCB-66733465130E}" srcOrd="1" destOrd="0" presId="urn:microsoft.com/office/officeart/2018/2/layout/IconVerticalSolidList"/>
    <dgm:cxn modelId="{F2919338-E071-4714-BCF0-C5EE46E1C0DF}" type="presParOf" srcId="{01C6A6FA-B46F-4A29-A7A7-F70FE6BCF15C}" destId="{5950810A-7F58-4E64-9FDF-5B0E9A46EB62}" srcOrd="2" destOrd="0" presId="urn:microsoft.com/office/officeart/2018/2/layout/IconVerticalSolidList"/>
    <dgm:cxn modelId="{3BEB58B5-4F5B-45EF-B1F1-06EDBE2AE2FE}" type="presParOf" srcId="{01C6A6FA-B46F-4A29-A7A7-F70FE6BCF15C}" destId="{ECDE6A77-E0C0-464A-8F2D-C49AB608CFE7}" srcOrd="3" destOrd="0" presId="urn:microsoft.com/office/officeart/2018/2/layout/IconVerticalSolidList"/>
    <dgm:cxn modelId="{F7703EEE-2CF2-478C-B300-5D698447F27B}" type="presParOf" srcId="{8276D3C3-241A-4C4B-A817-914400867A16}" destId="{C8AAA2D4-CA0E-48B5-B5A6-347568350960}" srcOrd="1" destOrd="0" presId="urn:microsoft.com/office/officeart/2018/2/layout/IconVerticalSolidList"/>
    <dgm:cxn modelId="{52FAEC5B-DB93-4D61-886F-23DE9B68B43D}" type="presParOf" srcId="{8276D3C3-241A-4C4B-A817-914400867A16}" destId="{D5BC6DFF-6E43-4F26-A3B1-F9C8696ECC83}" srcOrd="2" destOrd="0" presId="urn:microsoft.com/office/officeart/2018/2/layout/IconVerticalSolidList"/>
    <dgm:cxn modelId="{36CFB767-E77D-40B6-9017-CFD8B6634E57}" type="presParOf" srcId="{D5BC6DFF-6E43-4F26-A3B1-F9C8696ECC83}" destId="{29FE795F-863C-418D-910A-E8047227D14E}" srcOrd="0" destOrd="0" presId="urn:microsoft.com/office/officeart/2018/2/layout/IconVerticalSolidList"/>
    <dgm:cxn modelId="{D4DC210F-3F47-4926-A8EA-19AD91D23286}" type="presParOf" srcId="{D5BC6DFF-6E43-4F26-A3B1-F9C8696ECC83}" destId="{A045AB0B-8D62-4B50-81AA-F6D85B9443F2}" srcOrd="1" destOrd="0" presId="urn:microsoft.com/office/officeart/2018/2/layout/IconVerticalSolidList"/>
    <dgm:cxn modelId="{47415B77-AEB1-47D8-AC8E-210E6A4FB7AD}" type="presParOf" srcId="{D5BC6DFF-6E43-4F26-A3B1-F9C8696ECC83}" destId="{29B2AEB9-1F05-4D0A-9977-C8B25500C18E}" srcOrd="2" destOrd="0" presId="urn:microsoft.com/office/officeart/2018/2/layout/IconVerticalSolidList"/>
    <dgm:cxn modelId="{08C8A3DB-EF8E-4757-B849-42012A4F357E}" type="presParOf" srcId="{D5BC6DFF-6E43-4F26-A3B1-F9C8696ECC83}" destId="{9FFA2F7D-75A4-4966-9C35-F20C5BE387B6}" srcOrd="3" destOrd="0" presId="urn:microsoft.com/office/officeart/2018/2/layout/IconVerticalSolidList"/>
    <dgm:cxn modelId="{9536E7E7-D246-45CD-AAA9-1A7995399A3A}" type="presParOf" srcId="{8276D3C3-241A-4C4B-A817-914400867A16}" destId="{489CD6F3-CC5D-42E7-A713-81FAD66896CC}" srcOrd="3" destOrd="0" presId="urn:microsoft.com/office/officeart/2018/2/layout/IconVerticalSolidList"/>
    <dgm:cxn modelId="{C98030F7-9873-4693-A7D7-E29CFBC0572C}" type="presParOf" srcId="{8276D3C3-241A-4C4B-A817-914400867A16}" destId="{167BCFD7-B023-46A8-B1C8-8A912A6685C1}" srcOrd="4" destOrd="0" presId="urn:microsoft.com/office/officeart/2018/2/layout/IconVerticalSolidList"/>
    <dgm:cxn modelId="{3F6C2048-DE6D-41E6-9A67-3BB649D37F50}" type="presParOf" srcId="{167BCFD7-B023-46A8-B1C8-8A912A6685C1}" destId="{F71B7A21-DECE-4E0A-BBB7-7376CD423E5E}" srcOrd="0" destOrd="0" presId="urn:microsoft.com/office/officeart/2018/2/layout/IconVerticalSolidList"/>
    <dgm:cxn modelId="{3DBBD468-3989-4981-914E-FAB2F68DCE9E}" type="presParOf" srcId="{167BCFD7-B023-46A8-B1C8-8A912A6685C1}" destId="{C970FD76-9181-4E52-BEEC-06D8D2833275}" srcOrd="1" destOrd="0" presId="urn:microsoft.com/office/officeart/2018/2/layout/IconVerticalSolidList"/>
    <dgm:cxn modelId="{0E1668AE-9185-4AE5-89BD-19703E9FE595}" type="presParOf" srcId="{167BCFD7-B023-46A8-B1C8-8A912A6685C1}" destId="{55626628-0C53-46E1-AF4E-360801C89F66}" srcOrd="2" destOrd="0" presId="urn:microsoft.com/office/officeart/2018/2/layout/IconVerticalSolidList"/>
    <dgm:cxn modelId="{080B292F-D568-4250-81A8-E7BEC71EEA1D}" type="presParOf" srcId="{167BCFD7-B023-46A8-B1C8-8A912A6685C1}" destId="{5DEEE547-D429-4D9A-A241-9EB092ECAA8D}" srcOrd="3" destOrd="0" presId="urn:microsoft.com/office/officeart/2018/2/layout/IconVerticalSolidList"/>
    <dgm:cxn modelId="{EB1FA2F6-729A-4F7D-AFD0-58647E786B01}" type="presParOf" srcId="{8276D3C3-241A-4C4B-A817-914400867A16}" destId="{A097F066-6695-4A99-97FB-A286943A1DC2}" srcOrd="5" destOrd="0" presId="urn:microsoft.com/office/officeart/2018/2/layout/IconVerticalSolidList"/>
    <dgm:cxn modelId="{63DCA427-94FD-4985-8C68-122D8BD3A694}" type="presParOf" srcId="{8276D3C3-241A-4C4B-A817-914400867A16}" destId="{6692D2E0-7AA2-4EFD-A37D-CCE21D2D341C}" srcOrd="6" destOrd="0" presId="urn:microsoft.com/office/officeart/2018/2/layout/IconVerticalSolidList"/>
    <dgm:cxn modelId="{7026053C-7F7E-4BAC-B82D-944FD4B48D20}" type="presParOf" srcId="{6692D2E0-7AA2-4EFD-A37D-CCE21D2D341C}" destId="{41C30717-58A8-42F2-9767-46B34376EB88}" srcOrd="0" destOrd="0" presId="urn:microsoft.com/office/officeart/2018/2/layout/IconVerticalSolidList"/>
    <dgm:cxn modelId="{5C4CF1F8-32D6-4DAB-B928-79CD700DFAFD}" type="presParOf" srcId="{6692D2E0-7AA2-4EFD-A37D-CCE21D2D341C}" destId="{36249A6F-D287-4A9B-9F02-A06B9DBD3AD0}" srcOrd="1" destOrd="0" presId="urn:microsoft.com/office/officeart/2018/2/layout/IconVerticalSolidList"/>
    <dgm:cxn modelId="{DD5990AC-8B1B-4E2A-A6DD-507A77F3352F}" type="presParOf" srcId="{6692D2E0-7AA2-4EFD-A37D-CCE21D2D341C}" destId="{3AC9C4EE-718A-4213-81F9-C7F74FE36E39}" srcOrd="2" destOrd="0" presId="urn:microsoft.com/office/officeart/2018/2/layout/IconVerticalSolidList"/>
    <dgm:cxn modelId="{B6C0C059-673C-46FF-B1C3-A5D57172454A}" type="presParOf" srcId="{6692D2E0-7AA2-4EFD-A37D-CCE21D2D341C}" destId="{483F1B59-7FEB-4A7C-BD86-81B8FDC121DE}" srcOrd="3" destOrd="0" presId="urn:microsoft.com/office/officeart/2018/2/layout/IconVerticalSolidList"/>
    <dgm:cxn modelId="{4EEB30FB-9F7E-489D-91F9-B7D35F1AFAEB}" type="presParOf" srcId="{8276D3C3-241A-4C4B-A817-914400867A16}" destId="{AD9A20E1-A8C5-4860-B2D2-BF489E6BB897}" srcOrd="7" destOrd="0" presId="urn:microsoft.com/office/officeart/2018/2/layout/IconVerticalSolidList"/>
    <dgm:cxn modelId="{0EFDDCDF-B416-465C-9823-33E374CC0A29}" type="presParOf" srcId="{8276D3C3-241A-4C4B-A817-914400867A16}" destId="{D5CA27CF-8190-40C2-A153-A8DCBDB01C07}" srcOrd="8" destOrd="0" presId="urn:microsoft.com/office/officeart/2018/2/layout/IconVerticalSolidList"/>
    <dgm:cxn modelId="{93E6C4E0-235E-4C08-AED2-0BF65576033E}" type="presParOf" srcId="{D5CA27CF-8190-40C2-A153-A8DCBDB01C07}" destId="{95970F5C-8845-49E4-B39B-D9F8A8B08392}" srcOrd="0" destOrd="0" presId="urn:microsoft.com/office/officeart/2018/2/layout/IconVerticalSolidList"/>
    <dgm:cxn modelId="{B3C83116-2726-4045-B0E9-01499896C2FF}" type="presParOf" srcId="{D5CA27CF-8190-40C2-A153-A8DCBDB01C07}" destId="{D67DE1AB-5C55-437B-B728-B81E3A8B295C}" srcOrd="1" destOrd="0" presId="urn:microsoft.com/office/officeart/2018/2/layout/IconVerticalSolidList"/>
    <dgm:cxn modelId="{96F3EB6A-72E6-4FBE-9369-300EE96E6D2E}" type="presParOf" srcId="{D5CA27CF-8190-40C2-A153-A8DCBDB01C07}" destId="{1CDDBCF7-75F2-40B0-9E7F-BC3FBBBDFFAC}" srcOrd="2" destOrd="0" presId="urn:microsoft.com/office/officeart/2018/2/layout/IconVerticalSolidList"/>
    <dgm:cxn modelId="{F7041232-9F04-4902-8CC1-5D8095CDB0E2}" type="presParOf" srcId="{D5CA27CF-8190-40C2-A153-A8DCBDB01C07}" destId="{DD170B0C-067F-4418-8A2C-C75E9CDAB52C}" srcOrd="3" destOrd="0" presId="urn:microsoft.com/office/officeart/2018/2/layout/IconVerticalSolidList"/>
    <dgm:cxn modelId="{CE15498A-8685-48D3-88FB-DB9BBE8C0FC6}" type="presParOf" srcId="{8276D3C3-241A-4C4B-A817-914400867A16}" destId="{6C4DE83D-8179-45D1-8A1B-1275814A3EBF}" srcOrd="9" destOrd="0" presId="urn:microsoft.com/office/officeart/2018/2/layout/IconVerticalSolidList"/>
    <dgm:cxn modelId="{569821A8-A8D1-44EE-80DD-42A946F1277F}" type="presParOf" srcId="{8276D3C3-241A-4C4B-A817-914400867A16}" destId="{22A60429-BE2C-4467-84E1-B9EF6698B5EB}" srcOrd="10" destOrd="0" presId="urn:microsoft.com/office/officeart/2018/2/layout/IconVerticalSolidList"/>
    <dgm:cxn modelId="{EA83C2F8-018C-4089-A31E-1A67A9280CF1}" type="presParOf" srcId="{22A60429-BE2C-4467-84E1-B9EF6698B5EB}" destId="{5F3E0959-1202-48BA-B24E-8790C7DCDFF0}" srcOrd="0" destOrd="0" presId="urn:microsoft.com/office/officeart/2018/2/layout/IconVerticalSolidList"/>
    <dgm:cxn modelId="{C4CFAC87-AD9E-47C8-AE9F-BAF8FF1BB30F}" type="presParOf" srcId="{22A60429-BE2C-4467-84E1-B9EF6698B5EB}" destId="{FFD7E87C-2960-4BBF-8FD2-3CD5A09A62B4}" srcOrd="1" destOrd="0" presId="urn:microsoft.com/office/officeart/2018/2/layout/IconVerticalSolidList"/>
    <dgm:cxn modelId="{0AB55677-05D2-4BBA-87D3-1B84272078B1}" type="presParOf" srcId="{22A60429-BE2C-4467-84E1-B9EF6698B5EB}" destId="{790A9E3C-5BAA-431A-8757-293E445136A3}" srcOrd="2" destOrd="0" presId="urn:microsoft.com/office/officeart/2018/2/layout/IconVerticalSolidList"/>
    <dgm:cxn modelId="{5DA24032-DCC3-4102-BDD0-BE4D5ECDCE8C}" type="presParOf" srcId="{22A60429-BE2C-4467-84E1-B9EF6698B5EB}" destId="{93A11D3B-418C-4DF0-8B42-622B9CCFD22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B32F32-E8F1-491A-9D98-DE5483440A78}" type="doc">
      <dgm:prSet loTypeId="urn:microsoft.com/office/officeart/2018/2/layout/IconCircle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2E85775-280A-49AE-99A7-73A11E322F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Multi-unit buildings need accurate, unit-level energy tracking</a:t>
          </a:r>
        </a:p>
      </dgm:t>
    </dgm:pt>
    <dgm:pt modelId="{A08319C2-1C9A-4A68-9D54-96E44B68676F}" type="parTrans" cxnId="{8C62B436-DB43-46BB-A0BE-3B47A22A62E6}">
      <dgm:prSet/>
      <dgm:spPr/>
      <dgm:t>
        <a:bodyPr/>
        <a:lstStyle/>
        <a:p>
          <a:endParaRPr lang="en-US"/>
        </a:p>
      </dgm:t>
    </dgm:pt>
    <dgm:pt modelId="{203B0F6A-87E8-4543-BC59-540163E0CDCB}" type="sibTrans" cxnId="{8C62B436-DB43-46BB-A0BE-3B47A22A62E6}">
      <dgm:prSet phldrT="01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21E112-9C58-473E-A677-2FFA5763BA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Manual spreadsheets introduce errors and disputes</a:t>
          </a:r>
        </a:p>
      </dgm:t>
    </dgm:pt>
    <dgm:pt modelId="{AA337DE3-AFDC-4309-9D98-6BB464EE9932}" type="parTrans" cxnId="{6049EED7-5A7B-409A-8704-A5FE95F125B7}">
      <dgm:prSet/>
      <dgm:spPr/>
      <dgm:t>
        <a:bodyPr/>
        <a:lstStyle/>
        <a:p>
          <a:endParaRPr lang="en-US"/>
        </a:p>
      </dgm:t>
    </dgm:pt>
    <dgm:pt modelId="{49489317-C506-4540-A6D8-3A07E1AB5424}" type="sibTrans" cxnId="{6049EED7-5A7B-409A-8704-A5FE95F125B7}">
      <dgm:prSet phldrT="02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3635EBF-0FD2-4128-88DF-390F7E288D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real-time visibility into top consumers or abnormal usage</a:t>
          </a:r>
        </a:p>
      </dgm:t>
    </dgm:pt>
    <dgm:pt modelId="{FAF5AA88-8F5E-4327-9782-DBCCA5A4DFCB}" type="parTrans" cxnId="{83CDB66C-3B4E-41DD-892D-C2D8649D265D}">
      <dgm:prSet/>
      <dgm:spPr/>
      <dgm:t>
        <a:bodyPr/>
        <a:lstStyle/>
        <a:p>
          <a:endParaRPr lang="en-US"/>
        </a:p>
      </dgm:t>
    </dgm:pt>
    <dgm:pt modelId="{EBA6F2E4-6E92-48AE-A6DA-6638C7C6CACA}" type="sibTrans" cxnId="{83CDB66C-3B4E-41DD-892D-C2D8649D265D}">
      <dgm:prSet phldrT="03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EDB0DF-DD88-447B-B14D-9D0CC989C8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Billing workflows need repeatability and auditability</a:t>
          </a:r>
        </a:p>
      </dgm:t>
    </dgm:pt>
    <dgm:pt modelId="{42A6DAE4-4D8F-42F1-BD77-C9608B6BF19B}" type="parTrans" cxnId="{992ABEDE-77C5-446D-AD9E-9B197EA1DBDD}">
      <dgm:prSet/>
      <dgm:spPr/>
      <dgm:t>
        <a:bodyPr/>
        <a:lstStyle/>
        <a:p>
          <a:endParaRPr lang="en-US"/>
        </a:p>
      </dgm:t>
    </dgm:pt>
    <dgm:pt modelId="{BCD52C23-EDB2-449F-A45F-EDB27020EACD}" type="sibTrans" cxnId="{992ABEDE-77C5-446D-AD9E-9B197EA1DBDD}">
      <dgm:prSet phldrT="04"/>
      <dgm:spPr/>
      <dgm:t>
        <a:bodyPr/>
        <a:lstStyle/>
        <a:p>
          <a:endParaRPr lang="en-US"/>
        </a:p>
      </dgm:t>
    </dgm:pt>
    <dgm:pt modelId="{493F5733-DAA8-4374-8DEA-870576C151A9}" type="pres">
      <dgm:prSet presAssocID="{B5B32F32-E8F1-491A-9D98-DE5483440A78}" presName="root" presStyleCnt="0">
        <dgm:presLayoutVars>
          <dgm:dir/>
          <dgm:resizeHandles val="exact"/>
        </dgm:presLayoutVars>
      </dgm:prSet>
      <dgm:spPr/>
    </dgm:pt>
    <dgm:pt modelId="{C0FAD74B-40BD-44E9-8DFA-14F5D332E06B}" type="pres">
      <dgm:prSet presAssocID="{B5B32F32-E8F1-491A-9D98-DE5483440A78}" presName="container" presStyleCnt="0">
        <dgm:presLayoutVars>
          <dgm:dir/>
          <dgm:resizeHandles val="exact"/>
        </dgm:presLayoutVars>
      </dgm:prSet>
      <dgm:spPr/>
    </dgm:pt>
    <dgm:pt modelId="{5280E7D3-C694-4CD1-B460-448B123DA550}" type="pres">
      <dgm:prSet presAssocID="{C2E85775-280A-49AE-99A7-73A11E322FEF}" presName="compNode" presStyleCnt="0"/>
      <dgm:spPr/>
    </dgm:pt>
    <dgm:pt modelId="{159CF284-1E3F-4B33-976B-BBE76BF004EE}" type="pres">
      <dgm:prSet presAssocID="{C2E85775-280A-49AE-99A7-73A11E322FEF}" presName="iconBgRect" presStyleLbl="bgShp" presStyleIdx="0" presStyleCnt="4"/>
      <dgm:spPr/>
    </dgm:pt>
    <dgm:pt modelId="{A8886E03-DDA4-45FD-91B1-7D1313F4CBE4}" type="pres">
      <dgm:prSet presAssocID="{C2E85775-280A-49AE-99A7-73A11E322FE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3C6266B4-D401-4388-BB30-7C63E1508AA8}" type="pres">
      <dgm:prSet presAssocID="{C2E85775-280A-49AE-99A7-73A11E322FEF}" presName="spaceRect" presStyleCnt="0"/>
      <dgm:spPr/>
    </dgm:pt>
    <dgm:pt modelId="{7FF7DD54-D3B8-458A-A6F7-8C9CB303CF07}" type="pres">
      <dgm:prSet presAssocID="{C2E85775-280A-49AE-99A7-73A11E322FEF}" presName="textRect" presStyleLbl="revTx" presStyleIdx="0" presStyleCnt="4">
        <dgm:presLayoutVars>
          <dgm:chMax val="1"/>
          <dgm:chPref val="1"/>
        </dgm:presLayoutVars>
      </dgm:prSet>
      <dgm:spPr/>
    </dgm:pt>
    <dgm:pt modelId="{8A361D4A-B542-48FF-B199-5363E552376C}" type="pres">
      <dgm:prSet presAssocID="{203B0F6A-87E8-4543-BC59-540163E0CDCB}" presName="sibTrans" presStyleLbl="sibTrans2D1" presStyleIdx="0" presStyleCnt="0"/>
      <dgm:spPr/>
    </dgm:pt>
    <dgm:pt modelId="{D4200694-8EC0-4E74-AFD9-C3A800CE858F}" type="pres">
      <dgm:prSet presAssocID="{3E21E112-9C58-473E-A677-2FFA5763BA35}" presName="compNode" presStyleCnt="0"/>
      <dgm:spPr/>
    </dgm:pt>
    <dgm:pt modelId="{605AD4EB-EA0A-4792-B089-1171FD2E2202}" type="pres">
      <dgm:prSet presAssocID="{3E21E112-9C58-473E-A677-2FFA5763BA35}" presName="iconBgRect" presStyleLbl="bgShp" presStyleIdx="1" presStyleCnt="4"/>
      <dgm:spPr/>
    </dgm:pt>
    <dgm:pt modelId="{EB7A2B63-FAF0-4C7B-ABC2-A9CD35FEBDD3}" type="pres">
      <dgm:prSet presAssocID="{3E21E112-9C58-473E-A677-2FFA5763BA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2F69399-6A6E-4819-86EF-A3C08623EC55}" type="pres">
      <dgm:prSet presAssocID="{3E21E112-9C58-473E-A677-2FFA5763BA35}" presName="spaceRect" presStyleCnt="0"/>
      <dgm:spPr/>
    </dgm:pt>
    <dgm:pt modelId="{CDC79B35-2C84-41E4-90AB-C224E4B5707B}" type="pres">
      <dgm:prSet presAssocID="{3E21E112-9C58-473E-A677-2FFA5763BA35}" presName="textRect" presStyleLbl="revTx" presStyleIdx="1" presStyleCnt="4">
        <dgm:presLayoutVars>
          <dgm:chMax val="1"/>
          <dgm:chPref val="1"/>
        </dgm:presLayoutVars>
      </dgm:prSet>
      <dgm:spPr/>
    </dgm:pt>
    <dgm:pt modelId="{6AC26853-A4A4-441E-BA55-AA57BBBA93CA}" type="pres">
      <dgm:prSet presAssocID="{49489317-C506-4540-A6D8-3A07E1AB5424}" presName="sibTrans" presStyleLbl="sibTrans2D1" presStyleIdx="0" presStyleCnt="0"/>
      <dgm:spPr/>
    </dgm:pt>
    <dgm:pt modelId="{D6694F25-8D6E-4C69-9400-B0B4F6F4A8FB}" type="pres">
      <dgm:prSet presAssocID="{83635EBF-0FD2-4128-88DF-390F7E288DDA}" presName="compNode" presStyleCnt="0"/>
      <dgm:spPr/>
    </dgm:pt>
    <dgm:pt modelId="{74EEC1EE-DF4D-4C4E-9BED-D3496F11CABF}" type="pres">
      <dgm:prSet presAssocID="{83635EBF-0FD2-4128-88DF-390F7E288DDA}" presName="iconBgRect" presStyleLbl="bgShp" presStyleIdx="2" presStyleCnt="4"/>
      <dgm:spPr/>
    </dgm:pt>
    <dgm:pt modelId="{1B75D79A-A403-408F-8499-A6688A69517B}" type="pres">
      <dgm:prSet presAssocID="{83635EBF-0FD2-4128-88DF-390F7E288DD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369AFE84-1BEE-45A0-9ABF-5A1F0994F4D3}" type="pres">
      <dgm:prSet presAssocID="{83635EBF-0FD2-4128-88DF-390F7E288DDA}" presName="spaceRect" presStyleCnt="0"/>
      <dgm:spPr/>
    </dgm:pt>
    <dgm:pt modelId="{48368282-0DCF-48FD-BE5B-4DB92050FA2D}" type="pres">
      <dgm:prSet presAssocID="{83635EBF-0FD2-4128-88DF-390F7E288DDA}" presName="textRect" presStyleLbl="revTx" presStyleIdx="2" presStyleCnt="4">
        <dgm:presLayoutVars>
          <dgm:chMax val="1"/>
          <dgm:chPref val="1"/>
        </dgm:presLayoutVars>
      </dgm:prSet>
      <dgm:spPr/>
    </dgm:pt>
    <dgm:pt modelId="{4CC424DA-DB8E-45FC-B05B-61EC85F3BFBD}" type="pres">
      <dgm:prSet presAssocID="{EBA6F2E4-6E92-48AE-A6DA-6638C7C6CACA}" presName="sibTrans" presStyleLbl="sibTrans2D1" presStyleIdx="0" presStyleCnt="0"/>
      <dgm:spPr/>
    </dgm:pt>
    <dgm:pt modelId="{8DD79469-5474-4556-989A-784684962735}" type="pres">
      <dgm:prSet presAssocID="{08EDB0DF-DD88-447B-B14D-9D0CC989C8CD}" presName="compNode" presStyleCnt="0"/>
      <dgm:spPr/>
    </dgm:pt>
    <dgm:pt modelId="{E71E3459-DC06-49CB-8454-72D40E8BAF27}" type="pres">
      <dgm:prSet presAssocID="{08EDB0DF-DD88-447B-B14D-9D0CC989C8CD}" presName="iconBgRect" presStyleLbl="bgShp" presStyleIdx="3" presStyleCnt="4"/>
      <dgm:spPr/>
    </dgm:pt>
    <dgm:pt modelId="{F43B874C-1EFD-4E2F-92A8-F5D01CB8FD24}" type="pres">
      <dgm:prSet presAssocID="{08EDB0DF-DD88-447B-B14D-9D0CC989C8C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73B4C8D-E781-4345-8576-CC059B409093}" type="pres">
      <dgm:prSet presAssocID="{08EDB0DF-DD88-447B-B14D-9D0CC989C8CD}" presName="spaceRect" presStyleCnt="0"/>
      <dgm:spPr/>
    </dgm:pt>
    <dgm:pt modelId="{0201E8B4-DC67-46A4-BFDD-38E4F08E3ACC}" type="pres">
      <dgm:prSet presAssocID="{08EDB0DF-DD88-447B-B14D-9D0CC989C8C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F10AB13-2E30-4D77-82C2-F142108C2C7F}" type="presOf" srcId="{EBA6F2E4-6E92-48AE-A6DA-6638C7C6CACA}" destId="{4CC424DA-DB8E-45FC-B05B-61EC85F3BFBD}" srcOrd="0" destOrd="0" presId="urn:microsoft.com/office/officeart/2018/2/layout/IconCircleList"/>
    <dgm:cxn modelId="{9B1B8F26-4236-4831-A810-1F571DC2EB27}" type="presOf" srcId="{B5B32F32-E8F1-491A-9D98-DE5483440A78}" destId="{493F5733-DAA8-4374-8DEA-870576C151A9}" srcOrd="0" destOrd="0" presId="urn:microsoft.com/office/officeart/2018/2/layout/IconCircleList"/>
    <dgm:cxn modelId="{8C62B436-DB43-46BB-A0BE-3B47A22A62E6}" srcId="{B5B32F32-E8F1-491A-9D98-DE5483440A78}" destId="{C2E85775-280A-49AE-99A7-73A11E322FEF}" srcOrd="0" destOrd="0" parTransId="{A08319C2-1C9A-4A68-9D54-96E44B68676F}" sibTransId="{203B0F6A-87E8-4543-BC59-540163E0CDCB}"/>
    <dgm:cxn modelId="{81AF1C4A-08B0-4C58-8F63-A92348A3701E}" type="presOf" srcId="{3E21E112-9C58-473E-A677-2FFA5763BA35}" destId="{CDC79B35-2C84-41E4-90AB-C224E4B5707B}" srcOrd="0" destOrd="0" presId="urn:microsoft.com/office/officeart/2018/2/layout/IconCircleList"/>
    <dgm:cxn modelId="{83CDB66C-3B4E-41DD-892D-C2D8649D265D}" srcId="{B5B32F32-E8F1-491A-9D98-DE5483440A78}" destId="{83635EBF-0FD2-4128-88DF-390F7E288DDA}" srcOrd="2" destOrd="0" parTransId="{FAF5AA88-8F5E-4327-9782-DBCCA5A4DFCB}" sibTransId="{EBA6F2E4-6E92-48AE-A6DA-6638C7C6CACA}"/>
    <dgm:cxn modelId="{3044EB55-6D3F-4CEB-8CD2-B215D9403060}" type="presOf" srcId="{C2E85775-280A-49AE-99A7-73A11E322FEF}" destId="{7FF7DD54-D3B8-458A-A6F7-8C9CB303CF07}" srcOrd="0" destOrd="0" presId="urn:microsoft.com/office/officeart/2018/2/layout/IconCircleList"/>
    <dgm:cxn modelId="{4305405A-7E2A-4C06-B079-01939E31F960}" type="presOf" srcId="{83635EBF-0FD2-4128-88DF-390F7E288DDA}" destId="{48368282-0DCF-48FD-BE5B-4DB92050FA2D}" srcOrd="0" destOrd="0" presId="urn:microsoft.com/office/officeart/2018/2/layout/IconCircleList"/>
    <dgm:cxn modelId="{B1D5CCC9-9969-496E-B661-2F342FC77514}" type="presOf" srcId="{49489317-C506-4540-A6D8-3A07E1AB5424}" destId="{6AC26853-A4A4-441E-BA55-AA57BBBA93CA}" srcOrd="0" destOrd="0" presId="urn:microsoft.com/office/officeart/2018/2/layout/IconCircleList"/>
    <dgm:cxn modelId="{6049EED7-5A7B-409A-8704-A5FE95F125B7}" srcId="{B5B32F32-E8F1-491A-9D98-DE5483440A78}" destId="{3E21E112-9C58-473E-A677-2FFA5763BA35}" srcOrd="1" destOrd="0" parTransId="{AA337DE3-AFDC-4309-9D98-6BB464EE9932}" sibTransId="{49489317-C506-4540-A6D8-3A07E1AB5424}"/>
    <dgm:cxn modelId="{992ABEDE-77C5-446D-AD9E-9B197EA1DBDD}" srcId="{B5B32F32-E8F1-491A-9D98-DE5483440A78}" destId="{08EDB0DF-DD88-447B-B14D-9D0CC989C8CD}" srcOrd="3" destOrd="0" parTransId="{42A6DAE4-4D8F-42F1-BD77-C9608B6BF19B}" sibTransId="{BCD52C23-EDB2-449F-A45F-EDB27020EACD}"/>
    <dgm:cxn modelId="{0446D9DE-18CA-443A-9E83-CFC3849872CC}" type="presOf" srcId="{08EDB0DF-DD88-447B-B14D-9D0CC989C8CD}" destId="{0201E8B4-DC67-46A4-BFDD-38E4F08E3ACC}" srcOrd="0" destOrd="0" presId="urn:microsoft.com/office/officeart/2018/2/layout/IconCircleList"/>
    <dgm:cxn modelId="{B19BD3E7-72EF-4B36-BF5F-1ADC3E52CDD9}" type="presOf" srcId="{203B0F6A-87E8-4543-BC59-540163E0CDCB}" destId="{8A361D4A-B542-48FF-B199-5363E552376C}" srcOrd="0" destOrd="0" presId="urn:microsoft.com/office/officeart/2018/2/layout/IconCircleList"/>
    <dgm:cxn modelId="{C3E1AD3F-C658-4E7F-9CD8-C6DDBE8EED40}" type="presParOf" srcId="{493F5733-DAA8-4374-8DEA-870576C151A9}" destId="{C0FAD74B-40BD-44E9-8DFA-14F5D332E06B}" srcOrd="0" destOrd="0" presId="urn:microsoft.com/office/officeart/2018/2/layout/IconCircleList"/>
    <dgm:cxn modelId="{92C70E27-284D-4E39-8C5E-7AFCB2B35D75}" type="presParOf" srcId="{C0FAD74B-40BD-44E9-8DFA-14F5D332E06B}" destId="{5280E7D3-C694-4CD1-B460-448B123DA550}" srcOrd="0" destOrd="0" presId="urn:microsoft.com/office/officeart/2018/2/layout/IconCircleList"/>
    <dgm:cxn modelId="{C4900703-2B78-41B9-B3A5-8DECB284CBBE}" type="presParOf" srcId="{5280E7D3-C694-4CD1-B460-448B123DA550}" destId="{159CF284-1E3F-4B33-976B-BBE76BF004EE}" srcOrd="0" destOrd="0" presId="urn:microsoft.com/office/officeart/2018/2/layout/IconCircleList"/>
    <dgm:cxn modelId="{A878AD3E-CCC9-4584-B1A2-FDDA4C296225}" type="presParOf" srcId="{5280E7D3-C694-4CD1-B460-448B123DA550}" destId="{A8886E03-DDA4-45FD-91B1-7D1313F4CBE4}" srcOrd="1" destOrd="0" presId="urn:microsoft.com/office/officeart/2018/2/layout/IconCircleList"/>
    <dgm:cxn modelId="{874B7BD9-A671-4282-B108-50262E3A0F52}" type="presParOf" srcId="{5280E7D3-C694-4CD1-B460-448B123DA550}" destId="{3C6266B4-D401-4388-BB30-7C63E1508AA8}" srcOrd="2" destOrd="0" presId="urn:microsoft.com/office/officeart/2018/2/layout/IconCircleList"/>
    <dgm:cxn modelId="{15C692F7-6E20-46C5-9B9A-8DAEAE89DB79}" type="presParOf" srcId="{5280E7D3-C694-4CD1-B460-448B123DA550}" destId="{7FF7DD54-D3B8-458A-A6F7-8C9CB303CF07}" srcOrd="3" destOrd="0" presId="urn:microsoft.com/office/officeart/2018/2/layout/IconCircleList"/>
    <dgm:cxn modelId="{B4CF12D8-95FD-47B4-9260-D5A50C46CBB1}" type="presParOf" srcId="{C0FAD74B-40BD-44E9-8DFA-14F5D332E06B}" destId="{8A361D4A-B542-48FF-B199-5363E552376C}" srcOrd="1" destOrd="0" presId="urn:microsoft.com/office/officeart/2018/2/layout/IconCircleList"/>
    <dgm:cxn modelId="{6931B7C0-4978-4472-B8EC-5323788856D1}" type="presParOf" srcId="{C0FAD74B-40BD-44E9-8DFA-14F5D332E06B}" destId="{D4200694-8EC0-4E74-AFD9-C3A800CE858F}" srcOrd="2" destOrd="0" presId="urn:microsoft.com/office/officeart/2018/2/layout/IconCircleList"/>
    <dgm:cxn modelId="{1C6589E3-889D-438A-A3AF-1E6CFB2986C2}" type="presParOf" srcId="{D4200694-8EC0-4E74-AFD9-C3A800CE858F}" destId="{605AD4EB-EA0A-4792-B089-1171FD2E2202}" srcOrd="0" destOrd="0" presId="urn:microsoft.com/office/officeart/2018/2/layout/IconCircleList"/>
    <dgm:cxn modelId="{187D7151-FA1E-4589-BBF7-943DF9C63314}" type="presParOf" srcId="{D4200694-8EC0-4E74-AFD9-C3A800CE858F}" destId="{EB7A2B63-FAF0-4C7B-ABC2-A9CD35FEBDD3}" srcOrd="1" destOrd="0" presId="urn:microsoft.com/office/officeart/2018/2/layout/IconCircleList"/>
    <dgm:cxn modelId="{AC11188E-C63D-4752-95A1-1EFA2B2AD429}" type="presParOf" srcId="{D4200694-8EC0-4E74-AFD9-C3A800CE858F}" destId="{E2F69399-6A6E-4819-86EF-A3C08623EC55}" srcOrd="2" destOrd="0" presId="urn:microsoft.com/office/officeart/2018/2/layout/IconCircleList"/>
    <dgm:cxn modelId="{B5A92727-EF26-4B26-AAD2-6DA61A928FDF}" type="presParOf" srcId="{D4200694-8EC0-4E74-AFD9-C3A800CE858F}" destId="{CDC79B35-2C84-41E4-90AB-C224E4B5707B}" srcOrd="3" destOrd="0" presId="urn:microsoft.com/office/officeart/2018/2/layout/IconCircleList"/>
    <dgm:cxn modelId="{FBE9A351-1474-4B61-9B09-845E48E7CA14}" type="presParOf" srcId="{C0FAD74B-40BD-44E9-8DFA-14F5D332E06B}" destId="{6AC26853-A4A4-441E-BA55-AA57BBBA93CA}" srcOrd="3" destOrd="0" presId="urn:microsoft.com/office/officeart/2018/2/layout/IconCircleList"/>
    <dgm:cxn modelId="{2FC6FA53-D541-431C-ACFB-92CB7A0FBBC2}" type="presParOf" srcId="{C0FAD74B-40BD-44E9-8DFA-14F5D332E06B}" destId="{D6694F25-8D6E-4C69-9400-B0B4F6F4A8FB}" srcOrd="4" destOrd="0" presId="urn:microsoft.com/office/officeart/2018/2/layout/IconCircleList"/>
    <dgm:cxn modelId="{2096778B-73E3-4439-AD8E-4CE30B8201BA}" type="presParOf" srcId="{D6694F25-8D6E-4C69-9400-B0B4F6F4A8FB}" destId="{74EEC1EE-DF4D-4C4E-9BED-D3496F11CABF}" srcOrd="0" destOrd="0" presId="urn:microsoft.com/office/officeart/2018/2/layout/IconCircleList"/>
    <dgm:cxn modelId="{35A9F9FB-8FFF-41E0-A6B7-19FA87894A43}" type="presParOf" srcId="{D6694F25-8D6E-4C69-9400-B0B4F6F4A8FB}" destId="{1B75D79A-A403-408F-8499-A6688A69517B}" srcOrd="1" destOrd="0" presId="urn:microsoft.com/office/officeart/2018/2/layout/IconCircleList"/>
    <dgm:cxn modelId="{6E820B42-05F7-48C0-AC63-F083A3764AAB}" type="presParOf" srcId="{D6694F25-8D6E-4C69-9400-B0B4F6F4A8FB}" destId="{369AFE84-1BEE-45A0-9ABF-5A1F0994F4D3}" srcOrd="2" destOrd="0" presId="urn:microsoft.com/office/officeart/2018/2/layout/IconCircleList"/>
    <dgm:cxn modelId="{B048E5CF-EFF8-435D-8B3D-F17340502902}" type="presParOf" srcId="{D6694F25-8D6E-4C69-9400-B0B4F6F4A8FB}" destId="{48368282-0DCF-48FD-BE5B-4DB92050FA2D}" srcOrd="3" destOrd="0" presId="urn:microsoft.com/office/officeart/2018/2/layout/IconCircleList"/>
    <dgm:cxn modelId="{DEF7F139-0E64-4F60-956E-F68CCAD6D23A}" type="presParOf" srcId="{C0FAD74B-40BD-44E9-8DFA-14F5D332E06B}" destId="{4CC424DA-DB8E-45FC-B05B-61EC85F3BFBD}" srcOrd="5" destOrd="0" presId="urn:microsoft.com/office/officeart/2018/2/layout/IconCircleList"/>
    <dgm:cxn modelId="{CDD6C9C7-DCB4-43A2-8ED7-3517EA34257A}" type="presParOf" srcId="{C0FAD74B-40BD-44E9-8DFA-14F5D332E06B}" destId="{8DD79469-5474-4556-989A-784684962735}" srcOrd="6" destOrd="0" presId="urn:microsoft.com/office/officeart/2018/2/layout/IconCircleList"/>
    <dgm:cxn modelId="{984F5F02-0DA0-4503-B505-AF98C9F99581}" type="presParOf" srcId="{8DD79469-5474-4556-989A-784684962735}" destId="{E71E3459-DC06-49CB-8454-72D40E8BAF27}" srcOrd="0" destOrd="0" presId="urn:microsoft.com/office/officeart/2018/2/layout/IconCircleList"/>
    <dgm:cxn modelId="{5DEF1E05-4803-468D-8DE4-242CFFEBDBCF}" type="presParOf" srcId="{8DD79469-5474-4556-989A-784684962735}" destId="{F43B874C-1EFD-4E2F-92A8-F5D01CB8FD24}" srcOrd="1" destOrd="0" presId="urn:microsoft.com/office/officeart/2018/2/layout/IconCircleList"/>
    <dgm:cxn modelId="{7D310442-782C-41D8-9D18-51BDEA3F5D58}" type="presParOf" srcId="{8DD79469-5474-4556-989A-784684962735}" destId="{973B4C8D-E781-4345-8576-CC059B409093}" srcOrd="2" destOrd="0" presId="urn:microsoft.com/office/officeart/2018/2/layout/IconCircleList"/>
    <dgm:cxn modelId="{29064993-6482-4A57-8989-9F47A054CD2C}" type="presParOf" srcId="{8DD79469-5474-4556-989A-784684962735}" destId="{0201E8B4-DC67-46A4-BFDD-38E4F08E3AC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EACBAA-69E0-422B-B613-D352AD863382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EA96AE-9934-4CF3-8A28-91386B20465E}">
      <dgm:prSet/>
      <dgm:spPr/>
      <dgm:t>
        <a:bodyPr/>
        <a:lstStyle/>
        <a:p>
          <a:r>
            <a:rPr lang="en-US"/>
            <a:t>Deliver</a:t>
          </a:r>
        </a:p>
      </dgm:t>
    </dgm:pt>
    <dgm:pt modelId="{3A864E18-EEED-4CFE-91A1-4357F3A1E618}" type="parTrans" cxnId="{184D4B86-24FA-4802-A745-11B997AAB6C6}">
      <dgm:prSet/>
      <dgm:spPr/>
      <dgm:t>
        <a:bodyPr/>
        <a:lstStyle/>
        <a:p>
          <a:endParaRPr lang="en-US"/>
        </a:p>
      </dgm:t>
    </dgm:pt>
    <dgm:pt modelId="{878CEEFF-8F5E-4B27-9972-BD2E26D00B0C}" type="sibTrans" cxnId="{184D4B86-24FA-4802-A745-11B997AAB6C6}">
      <dgm:prSet/>
      <dgm:spPr/>
      <dgm:t>
        <a:bodyPr/>
        <a:lstStyle/>
        <a:p>
          <a:endParaRPr lang="en-US"/>
        </a:p>
      </dgm:t>
    </dgm:pt>
    <dgm:pt modelId="{01643B2E-2907-478B-8D10-5ECDDA4ABFC5}">
      <dgm:prSet/>
      <dgm:spPr/>
      <dgm:t>
        <a:bodyPr/>
        <a:lstStyle/>
        <a:p>
          <a:r>
            <a:rPr lang="en-US"/>
            <a:t>Deliver an end-to-end SaaS-style workflow: ingest readings → compute bills → show analytics</a:t>
          </a:r>
        </a:p>
      </dgm:t>
    </dgm:pt>
    <dgm:pt modelId="{199B2579-6041-42AE-A198-044C4B3A31D5}" type="parTrans" cxnId="{AA14CE8B-B791-4BE1-8834-5E45D817AF32}">
      <dgm:prSet/>
      <dgm:spPr/>
      <dgm:t>
        <a:bodyPr/>
        <a:lstStyle/>
        <a:p>
          <a:endParaRPr lang="en-US"/>
        </a:p>
      </dgm:t>
    </dgm:pt>
    <dgm:pt modelId="{5214AEFC-6907-409E-9420-2F2BBDC98876}" type="sibTrans" cxnId="{AA14CE8B-B791-4BE1-8834-5E45D817AF32}">
      <dgm:prSet/>
      <dgm:spPr/>
      <dgm:t>
        <a:bodyPr/>
        <a:lstStyle/>
        <a:p>
          <a:endParaRPr lang="en-US"/>
        </a:p>
      </dgm:t>
    </dgm:pt>
    <dgm:pt modelId="{28664669-2823-43CA-B684-0425DAC21881}">
      <dgm:prSet/>
      <dgm:spPr/>
      <dgm:t>
        <a:bodyPr/>
        <a:lstStyle/>
        <a:p>
          <a:r>
            <a:rPr lang="en-US"/>
            <a:t>Design</a:t>
          </a:r>
        </a:p>
      </dgm:t>
    </dgm:pt>
    <dgm:pt modelId="{62FAF97E-5840-414F-9E44-5E87C3122E16}" type="parTrans" cxnId="{BE9F837E-BC7F-4503-BF36-82FB2031440F}">
      <dgm:prSet/>
      <dgm:spPr/>
      <dgm:t>
        <a:bodyPr/>
        <a:lstStyle/>
        <a:p>
          <a:endParaRPr lang="en-US"/>
        </a:p>
      </dgm:t>
    </dgm:pt>
    <dgm:pt modelId="{7997B743-5B79-4211-ADBF-9CD546D8FBA9}" type="sibTrans" cxnId="{BE9F837E-BC7F-4503-BF36-82FB2031440F}">
      <dgm:prSet/>
      <dgm:spPr/>
      <dgm:t>
        <a:bodyPr/>
        <a:lstStyle/>
        <a:p>
          <a:endParaRPr lang="en-US"/>
        </a:p>
      </dgm:t>
    </dgm:pt>
    <dgm:pt modelId="{7322ABCD-29C4-4A4B-9072-70763EA7E946}">
      <dgm:prSet/>
      <dgm:spPr/>
      <dgm:t>
        <a:bodyPr/>
        <a:lstStyle/>
        <a:p>
          <a:r>
            <a:rPr lang="en-US"/>
            <a:t>Design clean REST APIs and a relational data model</a:t>
          </a:r>
        </a:p>
      </dgm:t>
    </dgm:pt>
    <dgm:pt modelId="{5C2F228C-AC96-41B6-B4A4-EFD261364AC8}" type="parTrans" cxnId="{AC200AF9-B616-4B73-B964-0FAB55A8BDEA}">
      <dgm:prSet/>
      <dgm:spPr/>
      <dgm:t>
        <a:bodyPr/>
        <a:lstStyle/>
        <a:p>
          <a:endParaRPr lang="en-US"/>
        </a:p>
      </dgm:t>
    </dgm:pt>
    <dgm:pt modelId="{B290E899-2358-4DCC-B1B8-C292F82D7BF0}" type="sibTrans" cxnId="{AC200AF9-B616-4B73-B964-0FAB55A8BDEA}">
      <dgm:prSet/>
      <dgm:spPr/>
      <dgm:t>
        <a:bodyPr/>
        <a:lstStyle/>
        <a:p>
          <a:endParaRPr lang="en-US"/>
        </a:p>
      </dgm:t>
    </dgm:pt>
    <dgm:pt modelId="{C9CC98C3-11E9-46A3-BC10-EC0467044104}">
      <dgm:prSet/>
      <dgm:spPr/>
      <dgm:t>
        <a:bodyPr/>
        <a:lstStyle/>
        <a:p>
          <a:r>
            <a:rPr lang="en-US"/>
            <a:t>Keep</a:t>
          </a:r>
        </a:p>
      </dgm:t>
    </dgm:pt>
    <dgm:pt modelId="{AB9D5E91-F6F0-40FA-8328-9C548B6ED87B}" type="parTrans" cxnId="{62CD42C1-BD77-4976-973A-C9F68E902A5F}">
      <dgm:prSet/>
      <dgm:spPr/>
      <dgm:t>
        <a:bodyPr/>
        <a:lstStyle/>
        <a:p>
          <a:endParaRPr lang="en-US"/>
        </a:p>
      </dgm:t>
    </dgm:pt>
    <dgm:pt modelId="{C2F9F8DC-77A6-4349-9CE2-2A994A486F19}" type="sibTrans" cxnId="{62CD42C1-BD77-4976-973A-C9F68E902A5F}">
      <dgm:prSet/>
      <dgm:spPr/>
      <dgm:t>
        <a:bodyPr/>
        <a:lstStyle/>
        <a:p>
          <a:endParaRPr lang="en-US"/>
        </a:p>
      </dgm:t>
    </dgm:pt>
    <dgm:pt modelId="{22B9F61F-E775-40D8-B866-919F4A03A458}">
      <dgm:prSet/>
      <dgm:spPr/>
      <dgm:t>
        <a:bodyPr/>
        <a:lstStyle/>
        <a:p>
          <a:r>
            <a:rPr lang="en-US"/>
            <a:t>Keep business rules explainable (billing and spike detection)</a:t>
          </a:r>
        </a:p>
      </dgm:t>
    </dgm:pt>
    <dgm:pt modelId="{9C35E9B1-38C5-4F9B-9C4B-E4AD8A38BB07}" type="parTrans" cxnId="{8B6A6785-44B2-481C-ABE1-3123CD544D13}">
      <dgm:prSet/>
      <dgm:spPr/>
      <dgm:t>
        <a:bodyPr/>
        <a:lstStyle/>
        <a:p>
          <a:endParaRPr lang="en-US"/>
        </a:p>
      </dgm:t>
    </dgm:pt>
    <dgm:pt modelId="{95CB56B3-CA14-4695-A73F-4C953A052D46}" type="sibTrans" cxnId="{8B6A6785-44B2-481C-ABE1-3123CD544D13}">
      <dgm:prSet/>
      <dgm:spPr/>
      <dgm:t>
        <a:bodyPr/>
        <a:lstStyle/>
        <a:p>
          <a:endParaRPr lang="en-US"/>
        </a:p>
      </dgm:t>
    </dgm:pt>
    <dgm:pt modelId="{7E462A73-A9D9-4ED3-B527-959772A2B4EC}">
      <dgm:prSet/>
      <dgm:spPr/>
      <dgm:t>
        <a:bodyPr/>
        <a:lstStyle/>
        <a:p>
          <a:r>
            <a:rPr lang="en-US"/>
            <a:t>Build</a:t>
          </a:r>
        </a:p>
      </dgm:t>
    </dgm:pt>
    <dgm:pt modelId="{12AB0A2B-5345-4F9B-992E-A0BB1571B8AB}" type="parTrans" cxnId="{59B3E518-00BF-4FA0-836B-3C0D783D3BF9}">
      <dgm:prSet/>
      <dgm:spPr/>
      <dgm:t>
        <a:bodyPr/>
        <a:lstStyle/>
        <a:p>
          <a:endParaRPr lang="en-US"/>
        </a:p>
      </dgm:t>
    </dgm:pt>
    <dgm:pt modelId="{C7A3EE9C-1FF3-4BAB-A7AA-9CBDB5B20157}" type="sibTrans" cxnId="{59B3E518-00BF-4FA0-836B-3C0D783D3BF9}">
      <dgm:prSet/>
      <dgm:spPr/>
      <dgm:t>
        <a:bodyPr/>
        <a:lstStyle/>
        <a:p>
          <a:endParaRPr lang="en-US"/>
        </a:p>
      </dgm:t>
    </dgm:pt>
    <dgm:pt modelId="{61EC9D2A-4AA4-4ED3-9A63-ABB51E2F6493}">
      <dgm:prSet/>
      <dgm:spPr/>
      <dgm:t>
        <a:bodyPr/>
        <a:lstStyle/>
        <a:p>
          <a:r>
            <a:rPr lang="en-US"/>
            <a:t>Build a responsive, interactive dashboard UI</a:t>
          </a:r>
        </a:p>
      </dgm:t>
    </dgm:pt>
    <dgm:pt modelId="{46CA9640-E7F1-4B83-8F34-702BA046FB97}" type="parTrans" cxnId="{2CE821F9-DEAF-4382-9F12-33F0305B1CD4}">
      <dgm:prSet/>
      <dgm:spPr/>
      <dgm:t>
        <a:bodyPr/>
        <a:lstStyle/>
        <a:p>
          <a:endParaRPr lang="en-US"/>
        </a:p>
      </dgm:t>
    </dgm:pt>
    <dgm:pt modelId="{2B0DF68A-0ED9-449C-AAC4-F2971C741E77}" type="sibTrans" cxnId="{2CE821F9-DEAF-4382-9F12-33F0305B1CD4}">
      <dgm:prSet/>
      <dgm:spPr/>
      <dgm:t>
        <a:bodyPr/>
        <a:lstStyle/>
        <a:p>
          <a:endParaRPr lang="en-US"/>
        </a:p>
      </dgm:t>
    </dgm:pt>
    <dgm:pt modelId="{E0A83BF7-4E36-4DC8-9882-5B66C3D00E70}" type="pres">
      <dgm:prSet presAssocID="{E8EACBAA-69E0-422B-B613-D352AD863382}" presName="Name0" presStyleCnt="0">
        <dgm:presLayoutVars>
          <dgm:dir/>
          <dgm:animLvl val="lvl"/>
          <dgm:resizeHandles val="exact"/>
        </dgm:presLayoutVars>
      </dgm:prSet>
      <dgm:spPr/>
    </dgm:pt>
    <dgm:pt modelId="{1F5E612C-F9F0-454F-9577-1ABD5641EFF4}" type="pres">
      <dgm:prSet presAssocID="{88EA96AE-9934-4CF3-8A28-91386B20465E}" presName="linNode" presStyleCnt="0"/>
      <dgm:spPr/>
    </dgm:pt>
    <dgm:pt modelId="{6B675BCC-5F34-47D1-9559-ED78511D6D37}" type="pres">
      <dgm:prSet presAssocID="{88EA96AE-9934-4CF3-8A28-91386B20465E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06BED4BA-CC8E-4C5D-8FE9-55C4C6DA4BE6}" type="pres">
      <dgm:prSet presAssocID="{88EA96AE-9934-4CF3-8A28-91386B20465E}" presName="descendantText" presStyleLbl="alignAccFollowNode1" presStyleIdx="0" presStyleCnt="4">
        <dgm:presLayoutVars>
          <dgm:bulletEnabled/>
        </dgm:presLayoutVars>
      </dgm:prSet>
      <dgm:spPr/>
    </dgm:pt>
    <dgm:pt modelId="{5ED3E53E-BC56-4B5B-9521-F1EE9E1FB677}" type="pres">
      <dgm:prSet presAssocID="{878CEEFF-8F5E-4B27-9972-BD2E26D00B0C}" presName="sp" presStyleCnt="0"/>
      <dgm:spPr/>
    </dgm:pt>
    <dgm:pt modelId="{B50132D0-3DFD-4912-BD20-5DBD9DB3A3DE}" type="pres">
      <dgm:prSet presAssocID="{28664669-2823-43CA-B684-0425DAC21881}" presName="linNode" presStyleCnt="0"/>
      <dgm:spPr/>
    </dgm:pt>
    <dgm:pt modelId="{766F031E-3C82-48DC-B0C4-9D09875412DC}" type="pres">
      <dgm:prSet presAssocID="{28664669-2823-43CA-B684-0425DAC21881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16E23582-DC20-49CB-AF95-0AD8189159B3}" type="pres">
      <dgm:prSet presAssocID="{28664669-2823-43CA-B684-0425DAC21881}" presName="descendantText" presStyleLbl="alignAccFollowNode1" presStyleIdx="1" presStyleCnt="4">
        <dgm:presLayoutVars>
          <dgm:bulletEnabled/>
        </dgm:presLayoutVars>
      </dgm:prSet>
      <dgm:spPr/>
    </dgm:pt>
    <dgm:pt modelId="{39F3C4A0-FCCB-4EBE-981F-78B3EC50416F}" type="pres">
      <dgm:prSet presAssocID="{7997B743-5B79-4211-ADBF-9CD546D8FBA9}" presName="sp" presStyleCnt="0"/>
      <dgm:spPr/>
    </dgm:pt>
    <dgm:pt modelId="{23F99D60-746E-4763-8044-3C01F6BEB4B6}" type="pres">
      <dgm:prSet presAssocID="{C9CC98C3-11E9-46A3-BC10-EC0467044104}" presName="linNode" presStyleCnt="0"/>
      <dgm:spPr/>
    </dgm:pt>
    <dgm:pt modelId="{03E212AD-F627-47BC-8121-B5E415596C08}" type="pres">
      <dgm:prSet presAssocID="{C9CC98C3-11E9-46A3-BC10-EC0467044104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B9D73A54-9C02-4741-BA99-8E2E724FCF90}" type="pres">
      <dgm:prSet presAssocID="{C9CC98C3-11E9-46A3-BC10-EC0467044104}" presName="descendantText" presStyleLbl="alignAccFollowNode1" presStyleIdx="2" presStyleCnt="4">
        <dgm:presLayoutVars>
          <dgm:bulletEnabled/>
        </dgm:presLayoutVars>
      </dgm:prSet>
      <dgm:spPr/>
    </dgm:pt>
    <dgm:pt modelId="{656DE4E0-0E86-484C-8F8D-0A210E2B5991}" type="pres">
      <dgm:prSet presAssocID="{C2F9F8DC-77A6-4349-9CE2-2A994A486F19}" presName="sp" presStyleCnt="0"/>
      <dgm:spPr/>
    </dgm:pt>
    <dgm:pt modelId="{D233C81A-426B-41F3-A000-70A2CC3D225D}" type="pres">
      <dgm:prSet presAssocID="{7E462A73-A9D9-4ED3-B527-959772A2B4EC}" presName="linNode" presStyleCnt="0"/>
      <dgm:spPr/>
    </dgm:pt>
    <dgm:pt modelId="{6531FEF9-6899-4419-8148-A9A8C4EDC843}" type="pres">
      <dgm:prSet presAssocID="{7E462A73-A9D9-4ED3-B527-959772A2B4EC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3EF0014C-AC0A-4352-92DF-3E444AF23538}" type="pres">
      <dgm:prSet presAssocID="{7E462A73-A9D9-4ED3-B527-959772A2B4EC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5973D90F-5C08-4A4B-85A0-A7CDD984A548}" type="presOf" srcId="{61EC9D2A-4AA4-4ED3-9A63-ABB51E2F6493}" destId="{3EF0014C-AC0A-4352-92DF-3E444AF23538}" srcOrd="0" destOrd="0" presId="urn:microsoft.com/office/officeart/2016/7/layout/VerticalSolidActionList"/>
    <dgm:cxn modelId="{59B3E518-00BF-4FA0-836B-3C0D783D3BF9}" srcId="{E8EACBAA-69E0-422B-B613-D352AD863382}" destId="{7E462A73-A9D9-4ED3-B527-959772A2B4EC}" srcOrd="3" destOrd="0" parTransId="{12AB0A2B-5345-4F9B-992E-A0BB1571B8AB}" sibTransId="{C7A3EE9C-1FF3-4BAB-A7AA-9CBDB5B20157}"/>
    <dgm:cxn modelId="{D9AB4930-4C0B-47AA-856B-9F4F0D762856}" type="presOf" srcId="{88EA96AE-9934-4CF3-8A28-91386B20465E}" destId="{6B675BCC-5F34-47D1-9559-ED78511D6D37}" srcOrd="0" destOrd="0" presId="urn:microsoft.com/office/officeart/2016/7/layout/VerticalSolidActionList"/>
    <dgm:cxn modelId="{4CC01835-B429-43CE-AC42-34F29505F171}" type="presOf" srcId="{C9CC98C3-11E9-46A3-BC10-EC0467044104}" destId="{03E212AD-F627-47BC-8121-B5E415596C08}" srcOrd="0" destOrd="0" presId="urn:microsoft.com/office/officeart/2016/7/layout/VerticalSolidActionList"/>
    <dgm:cxn modelId="{BE9F837E-BC7F-4503-BF36-82FB2031440F}" srcId="{E8EACBAA-69E0-422B-B613-D352AD863382}" destId="{28664669-2823-43CA-B684-0425DAC21881}" srcOrd="1" destOrd="0" parTransId="{62FAF97E-5840-414F-9E44-5E87C3122E16}" sibTransId="{7997B743-5B79-4211-ADBF-9CD546D8FBA9}"/>
    <dgm:cxn modelId="{8B6A6785-44B2-481C-ABE1-3123CD544D13}" srcId="{C9CC98C3-11E9-46A3-BC10-EC0467044104}" destId="{22B9F61F-E775-40D8-B866-919F4A03A458}" srcOrd="0" destOrd="0" parTransId="{9C35E9B1-38C5-4F9B-9C4B-E4AD8A38BB07}" sibTransId="{95CB56B3-CA14-4695-A73F-4C953A052D46}"/>
    <dgm:cxn modelId="{184D4B86-24FA-4802-A745-11B997AAB6C6}" srcId="{E8EACBAA-69E0-422B-B613-D352AD863382}" destId="{88EA96AE-9934-4CF3-8A28-91386B20465E}" srcOrd="0" destOrd="0" parTransId="{3A864E18-EEED-4CFE-91A1-4357F3A1E618}" sibTransId="{878CEEFF-8F5E-4B27-9972-BD2E26D00B0C}"/>
    <dgm:cxn modelId="{909BE28A-B47E-4618-A3F4-D13F0F7E7E5A}" type="presOf" srcId="{7322ABCD-29C4-4A4B-9072-70763EA7E946}" destId="{16E23582-DC20-49CB-AF95-0AD8189159B3}" srcOrd="0" destOrd="0" presId="urn:microsoft.com/office/officeart/2016/7/layout/VerticalSolidActionList"/>
    <dgm:cxn modelId="{AA14CE8B-B791-4BE1-8834-5E45D817AF32}" srcId="{88EA96AE-9934-4CF3-8A28-91386B20465E}" destId="{01643B2E-2907-478B-8D10-5ECDDA4ABFC5}" srcOrd="0" destOrd="0" parTransId="{199B2579-6041-42AE-A198-044C4B3A31D5}" sibTransId="{5214AEFC-6907-409E-9420-2F2BBDC98876}"/>
    <dgm:cxn modelId="{E07E30BE-F228-4AD4-AE54-BD73013EB53E}" type="presOf" srcId="{E8EACBAA-69E0-422B-B613-D352AD863382}" destId="{E0A83BF7-4E36-4DC8-9882-5B66C3D00E70}" srcOrd="0" destOrd="0" presId="urn:microsoft.com/office/officeart/2016/7/layout/VerticalSolidActionList"/>
    <dgm:cxn modelId="{62CD42C1-BD77-4976-973A-C9F68E902A5F}" srcId="{E8EACBAA-69E0-422B-B613-D352AD863382}" destId="{C9CC98C3-11E9-46A3-BC10-EC0467044104}" srcOrd="2" destOrd="0" parTransId="{AB9D5E91-F6F0-40FA-8328-9C548B6ED87B}" sibTransId="{C2F9F8DC-77A6-4349-9CE2-2A994A486F19}"/>
    <dgm:cxn modelId="{AAC6B7D7-E9DF-4042-9CEA-0D9838F98DED}" type="presOf" srcId="{22B9F61F-E775-40D8-B866-919F4A03A458}" destId="{B9D73A54-9C02-4741-BA99-8E2E724FCF90}" srcOrd="0" destOrd="0" presId="urn:microsoft.com/office/officeart/2016/7/layout/VerticalSolidActionList"/>
    <dgm:cxn modelId="{E0882DE4-2049-433E-B87D-E6B28B95DA47}" type="presOf" srcId="{01643B2E-2907-478B-8D10-5ECDDA4ABFC5}" destId="{06BED4BA-CC8E-4C5D-8FE9-55C4C6DA4BE6}" srcOrd="0" destOrd="0" presId="urn:microsoft.com/office/officeart/2016/7/layout/VerticalSolidActionList"/>
    <dgm:cxn modelId="{AC200AF9-B616-4B73-B964-0FAB55A8BDEA}" srcId="{28664669-2823-43CA-B684-0425DAC21881}" destId="{7322ABCD-29C4-4A4B-9072-70763EA7E946}" srcOrd="0" destOrd="0" parTransId="{5C2F228C-AC96-41B6-B4A4-EFD261364AC8}" sibTransId="{B290E899-2358-4DCC-B1B8-C292F82D7BF0}"/>
    <dgm:cxn modelId="{2CE821F9-DEAF-4382-9F12-33F0305B1CD4}" srcId="{7E462A73-A9D9-4ED3-B527-959772A2B4EC}" destId="{61EC9D2A-4AA4-4ED3-9A63-ABB51E2F6493}" srcOrd="0" destOrd="0" parTransId="{46CA9640-E7F1-4B83-8F34-702BA046FB97}" sibTransId="{2B0DF68A-0ED9-449C-AAC4-F2971C741E77}"/>
    <dgm:cxn modelId="{4BFD6CFD-C979-410B-AB19-200BF27AE439}" type="presOf" srcId="{7E462A73-A9D9-4ED3-B527-959772A2B4EC}" destId="{6531FEF9-6899-4419-8148-A9A8C4EDC843}" srcOrd="0" destOrd="0" presId="urn:microsoft.com/office/officeart/2016/7/layout/VerticalSolidActionList"/>
    <dgm:cxn modelId="{8EF6EEFE-94F9-40DA-A883-9A37B53B8ADA}" type="presOf" srcId="{28664669-2823-43CA-B684-0425DAC21881}" destId="{766F031E-3C82-48DC-B0C4-9D09875412DC}" srcOrd="0" destOrd="0" presId="urn:microsoft.com/office/officeart/2016/7/layout/VerticalSolidActionList"/>
    <dgm:cxn modelId="{3B154C9C-6BF9-4A1A-8EF2-136F7CDA233A}" type="presParOf" srcId="{E0A83BF7-4E36-4DC8-9882-5B66C3D00E70}" destId="{1F5E612C-F9F0-454F-9577-1ABD5641EFF4}" srcOrd="0" destOrd="0" presId="urn:microsoft.com/office/officeart/2016/7/layout/VerticalSolidActionList"/>
    <dgm:cxn modelId="{E4D3DC54-3D85-46F2-B96A-6CD490B1511D}" type="presParOf" srcId="{1F5E612C-F9F0-454F-9577-1ABD5641EFF4}" destId="{6B675BCC-5F34-47D1-9559-ED78511D6D37}" srcOrd="0" destOrd="0" presId="urn:microsoft.com/office/officeart/2016/7/layout/VerticalSolidActionList"/>
    <dgm:cxn modelId="{688B2A8B-25AD-4DB4-83EE-3AEB6AF06D6A}" type="presParOf" srcId="{1F5E612C-F9F0-454F-9577-1ABD5641EFF4}" destId="{06BED4BA-CC8E-4C5D-8FE9-55C4C6DA4BE6}" srcOrd="1" destOrd="0" presId="urn:microsoft.com/office/officeart/2016/7/layout/VerticalSolidActionList"/>
    <dgm:cxn modelId="{93774B17-3D63-4806-A996-F338913FE840}" type="presParOf" srcId="{E0A83BF7-4E36-4DC8-9882-5B66C3D00E70}" destId="{5ED3E53E-BC56-4B5B-9521-F1EE9E1FB677}" srcOrd="1" destOrd="0" presId="urn:microsoft.com/office/officeart/2016/7/layout/VerticalSolidActionList"/>
    <dgm:cxn modelId="{8BA6683F-D56D-4701-9830-27AB35FF8A45}" type="presParOf" srcId="{E0A83BF7-4E36-4DC8-9882-5B66C3D00E70}" destId="{B50132D0-3DFD-4912-BD20-5DBD9DB3A3DE}" srcOrd="2" destOrd="0" presId="urn:microsoft.com/office/officeart/2016/7/layout/VerticalSolidActionList"/>
    <dgm:cxn modelId="{9C2B8E0E-6053-47EE-9C0E-E5E9D4FB403F}" type="presParOf" srcId="{B50132D0-3DFD-4912-BD20-5DBD9DB3A3DE}" destId="{766F031E-3C82-48DC-B0C4-9D09875412DC}" srcOrd="0" destOrd="0" presId="urn:microsoft.com/office/officeart/2016/7/layout/VerticalSolidActionList"/>
    <dgm:cxn modelId="{D37EAC65-10D3-4210-92D1-11F205A2CF2B}" type="presParOf" srcId="{B50132D0-3DFD-4912-BD20-5DBD9DB3A3DE}" destId="{16E23582-DC20-49CB-AF95-0AD8189159B3}" srcOrd="1" destOrd="0" presId="urn:microsoft.com/office/officeart/2016/7/layout/VerticalSolidActionList"/>
    <dgm:cxn modelId="{0DB45636-C73D-43D3-96BC-7B73EFCC7498}" type="presParOf" srcId="{E0A83BF7-4E36-4DC8-9882-5B66C3D00E70}" destId="{39F3C4A0-FCCB-4EBE-981F-78B3EC50416F}" srcOrd="3" destOrd="0" presId="urn:microsoft.com/office/officeart/2016/7/layout/VerticalSolidActionList"/>
    <dgm:cxn modelId="{54961F0F-E1F8-4617-BDF0-C8C357AC3A93}" type="presParOf" srcId="{E0A83BF7-4E36-4DC8-9882-5B66C3D00E70}" destId="{23F99D60-746E-4763-8044-3C01F6BEB4B6}" srcOrd="4" destOrd="0" presId="urn:microsoft.com/office/officeart/2016/7/layout/VerticalSolidActionList"/>
    <dgm:cxn modelId="{DB8F4725-E2A6-4EB5-B7B1-88676D5BD69E}" type="presParOf" srcId="{23F99D60-746E-4763-8044-3C01F6BEB4B6}" destId="{03E212AD-F627-47BC-8121-B5E415596C08}" srcOrd="0" destOrd="0" presId="urn:microsoft.com/office/officeart/2016/7/layout/VerticalSolidActionList"/>
    <dgm:cxn modelId="{77E58EBD-C394-4299-ADD9-DF617DEC7187}" type="presParOf" srcId="{23F99D60-746E-4763-8044-3C01F6BEB4B6}" destId="{B9D73A54-9C02-4741-BA99-8E2E724FCF90}" srcOrd="1" destOrd="0" presId="urn:microsoft.com/office/officeart/2016/7/layout/VerticalSolidActionList"/>
    <dgm:cxn modelId="{11CBA0E6-F043-4309-9023-D0B1EEB5066E}" type="presParOf" srcId="{E0A83BF7-4E36-4DC8-9882-5B66C3D00E70}" destId="{656DE4E0-0E86-484C-8F8D-0A210E2B5991}" srcOrd="5" destOrd="0" presId="urn:microsoft.com/office/officeart/2016/7/layout/VerticalSolidActionList"/>
    <dgm:cxn modelId="{4C3D0CB7-BA0F-45D3-B0B9-B4F1C91D1387}" type="presParOf" srcId="{E0A83BF7-4E36-4DC8-9882-5B66C3D00E70}" destId="{D233C81A-426B-41F3-A000-70A2CC3D225D}" srcOrd="6" destOrd="0" presId="urn:microsoft.com/office/officeart/2016/7/layout/VerticalSolidActionList"/>
    <dgm:cxn modelId="{E210A983-79BC-4F4A-BF03-648A010EF214}" type="presParOf" srcId="{D233C81A-426B-41F3-A000-70A2CC3D225D}" destId="{6531FEF9-6899-4419-8148-A9A8C4EDC843}" srcOrd="0" destOrd="0" presId="urn:microsoft.com/office/officeart/2016/7/layout/VerticalSolidActionList"/>
    <dgm:cxn modelId="{D62B22A3-DF4D-474F-9CD0-9EEAAB95991C}" type="presParOf" srcId="{D233C81A-426B-41F3-A000-70A2CC3D225D}" destId="{3EF0014C-AC0A-4352-92DF-3E444AF23538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A06C1D-7347-4DC7-A45B-311C4FB069F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A69CD4-0FCB-46E8-80FA-E977C64838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Properties: GET /api/Properties, POST /api/Properties</a:t>
          </a:r>
        </a:p>
      </dgm:t>
    </dgm:pt>
    <dgm:pt modelId="{D74F25C9-3ED0-4E8C-8CEA-0989AEC11B75}" type="parTrans" cxnId="{BC539338-2A3D-460F-A8D5-ABA8B27C2AF3}">
      <dgm:prSet/>
      <dgm:spPr/>
      <dgm:t>
        <a:bodyPr/>
        <a:lstStyle/>
        <a:p>
          <a:endParaRPr lang="en-US"/>
        </a:p>
      </dgm:t>
    </dgm:pt>
    <dgm:pt modelId="{C093E1C7-554F-4951-B757-0FC3CDAADD19}" type="sibTrans" cxnId="{BC539338-2A3D-460F-A8D5-ABA8B27C2AF3}">
      <dgm:prSet/>
      <dgm:spPr/>
      <dgm:t>
        <a:bodyPr/>
        <a:lstStyle/>
        <a:p>
          <a:endParaRPr lang="en-US"/>
        </a:p>
      </dgm:t>
    </dgm:pt>
    <dgm:pt modelId="{B9A0BC69-336A-4079-91AE-106ADE781F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Units: GET /api/Properties/{propertyId}/units, POST /api/Properties/{propertyId}/units</a:t>
          </a:r>
        </a:p>
      </dgm:t>
    </dgm:pt>
    <dgm:pt modelId="{085FA5EB-6F4F-411D-B75A-725686BC2A97}" type="parTrans" cxnId="{D6ADCD85-6EF1-47F2-8C58-AF1A94DF52E6}">
      <dgm:prSet/>
      <dgm:spPr/>
      <dgm:t>
        <a:bodyPr/>
        <a:lstStyle/>
        <a:p>
          <a:endParaRPr lang="en-US"/>
        </a:p>
      </dgm:t>
    </dgm:pt>
    <dgm:pt modelId="{F1168C22-865C-4831-AA66-8C767C800650}" type="sibTrans" cxnId="{D6ADCD85-6EF1-47F2-8C58-AF1A94DF52E6}">
      <dgm:prSet/>
      <dgm:spPr/>
      <dgm:t>
        <a:bodyPr/>
        <a:lstStyle/>
        <a:p>
          <a:endParaRPr lang="en-US"/>
        </a:p>
      </dgm:t>
    </dgm:pt>
    <dgm:pt modelId="{D5F065A8-456A-4C13-ADB1-0A21E2C843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RatePlans: GET /api/RatePlans, POST /api/RatePlans, PUT /api/units/{unitId}/rateplan</a:t>
          </a:r>
        </a:p>
      </dgm:t>
    </dgm:pt>
    <dgm:pt modelId="{AA63276E-7378-4CB7-9169-043457412AFA}" type="parTrans" cxnId="{6CF2F2D2-3905-4766-A2CA-47BB1499AE6B}">
      <dgm:prSet/>
      <dgm:spPr/>
      <dgm:t>
        <a:bodyPr/>
        <a:lstStyle/>
        <a:p>
          <a:endParaRPr lang="en-US"/>
        </a:p>
      </dgm:t>
    </dgm:pt>
    <dgm:pt modelId="{881C04CB-121F-4866-B90D-A02ABA2F8D4D}" type="sibTrans" cxnId="{6CF2F2D2-3905-4766-A2CA-47BB1499AE6B}">
      <dgm:prSet/>
      <dgm:spPr/>
      <dgm:t>
        <a:bodyPr/>
        <a:lstStyle/>
        <a:p>
          <a:endParaRPr lang="en-US"/>
        </a:p>
      </dgm:t>
    </dgm:pt>
    <dgm:pt modelId="{9491F453-7312-413F-86B3-2499B07BC1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Readings: POST /api/Readings, POST /api/Readings/simulate</a:t>
          </a:r>
        </a:p>
      </dgm:t>
    </dgm:pt>
    <dgm:pt modelId="{29CC88FB-02CD-4367-900D-91FBB691C5EC}" type="parTrans" cxnId="{B8F3FBB1-EB08-4773-A2E9-50D81670F26C}">
      <dgm:prSet/>
      <dgm:spPr/>
      <dgm:t>
        <a:bodyPr/>
        <a:lstStyle/>
        <a:p>
          <a:endParaRPr lang="en-US"/>
        </a:p>
      </dgm:t>
    </dgm:pt>
    <dgm:pt modelId="{60E5CD84-DFF7-442E-B85F-690E6DEAF8EF}" type="sibTrans" cxnId="{B8F3FBB1-EB08-4773-A2E9-50D81670F26C}">
      <dgm:prSet/>
      <dgm:spPr/>
      <dgm:t>
        <a:bodyPr/>
        <a:lstStyle/>
        <a:p>
          <a:endParaRPr lang="en-US"/>
        </a:p>
      </dgm:t>
    </dgm:pt>
    <dgm:pt modelId="{D8844D48-16DC-4373-83D5-D61A7E722A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Billing: POST /api/Billing/generate, GET /api/Billing/unit/{unitId}?month=YYYY-MM</a:t>
          </a:r>
        </a:p>
      </dgm:t>
    </dgm:pt>
    <dgm:pt modelId="{3DEF6425-0DD0-4D4B-9F3F-8006BB4DD4FF}" type="parTrans" cxnId="{07110232-54AE-4AD7-A4C1-EBE9E7B302A3}">
      <dgm:prSet/>
      <dgm:spPr/>
      <dgm:t>
        <a:bodyPr/>
        <a:lstStyle/>
        <a:p>
          <a:endParaRPr lang="en-US"/>
        </a:p>
      </dgm:t>
    </dgm:pt>
    <dgm:pt modelId="{D09FADED-1D19-4BE5-8412-1256B3B4D1B5}" type="sibTrans" cxnId="{07110232-54AE-4AD7-A4C1-EBE9E7B302A3}">
      <dgm:prSet/>
      <dgm:spPr/>
      <dgm:t>
        <a:bodyPr/>
        <a:lstStyle/>
        <a:p>
          <a:endParaRPr lang="en-US"/>
        </a:p>
      </dgm:t>
    </dgm:pt>
    <dgm:pt modelId="{88C9104E-1DAA-4701-948B-64AA5816C9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Dashboard: GET /api/Dashboard/property/{propertyId}?month=YYYY-MM</a:t>
          </a:r>
        </a:p>
      </dgm:t>
    </dgm:pt>
    <dgm:pt modelId="{02A18FA8-0F05-4FE4-B0F9-5B4ECC9643A6}" type="parTrans" cxnId="{7B64930A-85AA-4429-AFA9-9369517B0F4A}">
      <dgm:prSet/>
      <dgm:spPr/>
      <dgm:t>
        <a:bodyPr/>
        <a:lstStyle/>
        <a:p>
          <a:endParaRPr lang="en-US"/>
        </a:p>
      </dgm:t>
    </dgm:pt>
    <dgm:pt modelId="{CCB17325-5812-49DC-B6A6-E33B608F0C81}" type="sibTrans" cxnId="{7B64930A-85AA-4429-AFA9-9369517B0F4A}">
      <dgm:prSet/>
      <dgm:spPr/>
      <dgm:t>
        <a:bodyPr/>
        <a:lstStyle/>
        <a:p>
          <a:endParaRPr lang="en-US"/>
        </a:p>
      </dgm:t>
    </dgm:pt>
    <dgm:pt modelId="{E5281595-3E29-4FD7-800A-2D5998884846}" type="pres">
      <dgm:prSet presAssocID="{22A06C1D-7347-4DC7-A45B-311C4FB069FF}" presName="root" presStyleCnt="0">
        <dgm:presLayoutVars>
          <dgm:dir/>
          <dgm:resizeHandles val="exact"/>
        </dgm:presLayoutVars>
      </dgm:prSet>
      <dgm:spPr/>
    </dgm:pt>
    <dgm:pt modelId="{5D5BE710-16C9-461B-BF38-B2DCBED53E21}" type="pres">
      <dgm:prSet presAssocID="{F0A69CD4-0FCB-46E8-80FA-E977C648383B}" presName="compNode" presStyleCnt="0"/>
      <dgm:spPr/>
    </dgm:pt>
    <dgm:pt modelId="{D60956E2-5312-42E1-B0B7-F6BD00EFE708}" type="pres">
      <dgm:prSet presAssocID="{F0A69CD4-0FCB-46E8-80FA-E977C648383B}" presName="bgRect" presStyleLbl="bgShp" presStyleIdx="0" presStyleCnt="6"/>
      <dgm:spPr/>
    </dgm:pt>
    <dgm:pt modelId="{C846B8A8-4836-4914-868D-8F7E484E5E35}" type="pres">
      <dgm:prSet presAssocID="{F0A69CD4-0FCB-46E8-80FA-E977C648383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E8ADBA38-A2D7-4701-8A23-7D1601741C09}" type="pres">
      <dgm:prSet presAssocID="{F0A69CD4-0FCB-46E8-80FA-E977C648383B}" presName="spaceRect" presStyleCnt="0"/>
      <dgm:spPr/>
    </dgm:pt>
    <dgm:pt modelId="{BE544A8A-41BA-4A31-9FD8-0D9917636926}" type="pres">
      <dgm:prSet presAssocID="{F0A69CD4-0FCB-46E8-80FA-E977C648383B}" presName="parTx" presStyleLbl="revTx" presStyleIdx="0" presStyleCnt="6">
        <dgm:presLayoutVars>
          <dgm:chMax val="0"/>
          <dgm:chPref val="0"/>
        </dgm:presLayoutVars>
      </dgm:prSet>
      <dgm:spPr/>
    </dgm:pt>
    <dgm:pt modelId="{E1E033C7-BD79-47E1-A785-2A11AF32EEC0}" type="pres">
      <dgm:prSet presAssocID="{C093E1C7-554F-4951-B757-0FC3CDAADD19}" presName="sibTrans" presStyleCnt="0"/>
      <dgm:spPr/>
    </dgm:pt>
    <dgm:pt modelId="{BF10A2BC-1246-4481-ABD1-1D79493F76FF}" type="pres">
      <dgm:prSet presAssocID="{B9A0BC69-336A-4079-91AE-106ADE781FBF}" presName="compNode" presStyleCnt="0"/>
      <dgm:spPr/>
    </dgm:pt>
    <dgm:pt modelId="{C3D2FC10-F81E-4163-8E64-D628E359F460}" type="pres">
      <dgm:prSet presAssocID="{B9A0BC69-336A-4079-91AE-106ADE781FBF}" presName="bgRect" presStyleLbl="bgShp" presStyleIdx="1" presStyleCnt="6"/>
      <dgm:spPr/>
    </dgm:pt>
    <dgm:pt modelId="{3805043D-2057-424D-B677-582D29A87F3B}" type="pres">
      <dgm:prSet presAssocID="{B9A0BC69-336A-4079-91AE-106ADE781FB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480A547-87C9-4AB2-B920-639BCC0B7309}" type="pres">
      <dgm:prSet presAssocID="{B9A0BC69-336A-4079-91AE-106ADE781FBF}" presName="spaceRect" presStyleCnt="0"/>
      <dgm:spPr/>
    </dgm:pt>
    <dgm:pt modelId="{440CA1DD-6C3A-4908-BF44-E4F33C58A66C}" type="pres">
      <dgm:prSet presAssocID="{B9A0BC69-336A-4079-91AE-106ADE781FBF}" presName="parTx" presStyleLbl="revTx" presStyleIdx="1" presStyleCnt="6">
        <dgm:presLayoutVars>
          <dgm:chMax val="0"/>
          <dgm:chPref val="0"/>
        </dgm:presLayoutVars>
      </dgm:prSet>
      <dgm:spPr/>
    </dgm:pt>
    <dgm:pt modelId="{68C19222-4154-4E31-BCAB-28F5C42B1187}" type="pres">
      <dgm:prSet presAssocID="{F1168C22-865C-4831-AA66-8C767C800650}" presName="sibTrans" presStyleCnt="0"/>
      <dgm:spPr/>
    </dgm:pt>
    <dgm:pt modelId="{8DB1DCBE-2400-4827-8BEC-0A3748D83090}" type="pres">
      <dgm:prSet presAssocID="{D5F065A8-456A-4C13-ADB1-0A21E2C84302}" presName="compNode" presStyleCnt="0"/>
      <dgm:spPr/>
    </dgm:pt>
    <dgm:pt modelId="{78931772-55A3-4D84-A1A0-B13507A5757F}" type="pres">
      <dgm:prSet presAssocID="{D5F065A8-456A-4C13-ADB1-0A21E2C84302}" presName="bgRect" presStyleLbl="bgShp" presStyleIdx="2" presStyleCnt="6"/>
      <dgm:spPr/>
    </dgm:pt>
    <dgm:pt modelId="{C7A720EF-EE1C-4021-A62B-53F2282ED931}" type="pres">
      <dgm:prSet presAssocID="{D5F065A8-456A-4C13-ADB1-0A21E2C8430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CD9DE07-AEA2-49E2-8EBB-3357D62A4778}" type="pres">
      <dgm:prSet presAssocID="{D5F065A8-456A-4C13-ADB1-0A21E2C84302}" presName="spaceRect" presStyleCnt="0"/>
      <dgm:spPr/>
    </dgm:pt>
    <dgm:pt modelId="{B149E0FB-AEE4-43CA-B603-18F0DC94D650}" type="pres">
      <dgm:prSet presAssocID="{D5F065A8-456A-4C13-ADB1-0A21E2C84302}" presName="parTx" presStyleLbl="revTx" presStyleIdx="2" presStyleCnt="6">
        <dgm:presLayoutVars>
          <dgm:chMax val="0"/>
          <dgm:chPref val="0"/>
        </dgm:presLayoutVars>
      </dgm:prSet>
      <dgm:spPr/>
    </dgm:pt>
    <dgm:pt modelId="{BC4313BB-FB0C-4363-9581-0B885E976464}" type="pres">
      <dgm:prSet presAssocID="{881C04CB-121F-4866-B90D-A02ABA2F8D4D}" presName="sibTrans" presStyleCnt="0"/>
      <dgm:spPr/>
    </dgm:pt>
    <dgm:pt modelId="{FB053F8D-4F98-4E20-8932-13B1E9FC2ED7}" type="pres">
      <dgm:prSet presAssocID="{9491F453-7312-413F-86B3-2499B07BC1AF}" presName="compNode" presStyleCnt="0"/>
      <dgm:spPr/>
    </dgm:pt>
    <dgm:pt modelId="{538331AA-4853-47EE-B689-6F755A68C3F4}" type="pres">
      <dgm:prSet presAssocID="{9491F453-7312-413F-86B3-2499B07BC1AF}" presName="bgRect" presStyleLbl="bgShp" presStyleIdx="3" presStyleCnt="6"/>
      <dgm:spPr/>
    </dgm:pt>
    <dgm:pt modelId="{2FF31FD8-E73B-4EA1-AA80-9A813DD8920F}" type="pres">
      <dgm:prSet presAssocID="{9491F453-7312-413F-86B3-2499B07BC1A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A6AE943-0FC6-4D00-A043-734BD4D24ADB}" type="pres">
      <dgm:prSet presAssocID="{9491F453-7312-413F-86B3-2499B07BC1AF}" presName="spaceRect" presStyleCnt="0"/>
      <dgm:spPr/>
    </dgm:pt>
    <dgm:pt modelId="{A714E42D-C3C2-4771-8309-52B893ABA6F6}" type="pres">
      <dgm:prSet presAssocID="{9491F453-7312-413F-86B3-2499B07BC1AF}" presName="parTx" presStyleLbl="revTx" presStyleIdx="3" presStyleCnt="6">
        <dgm:presLayoutVars>
          <dgm:chMax val="0"/>
          <dgm:chPref val="0"/>
        </dgm:presLayoutVars>
      </dgm:prSet>
      <dgm:spPr/>
    </dgm:pt>
    <dgm:pt modelId="{6C51D1EE-4C41-4FBA-8286-F32241EB75AE}" type="pres">
      <dgm:prSet presAssocID="{60E5CD84-DFF7-442E-B85F-690E6DEAF8EF}" presName="sibTrans" presStyleCnt="0"/>
      <dgm:spPr/>
    </dgm:pt>
    <dgm:pt modelId="{8E8F3B98-BBC1-4E02-8D64-8FD364A0CC94}" type="pres">
      <dgm:prSet presAssocID="{D8844D48-16DC-4373-83D5-D61A7E722AB3}" presName="compNode" presStyleCnt="0"/>
      <dgm:spPr/>
    </dgm:pt>
    <dgm:pt modelId="{74E64130-21CC-473D-902E-688AEFA87A05}" type="pres">
      <dgm:prSet presAssocID="{D8844D48-16DC-4373-83D5-D61A7E722AB3}" presName="bgRect" presStyleLbl="bgShp" presStyleIdx="4" presStyleCnt="6"/>
      <dgm:spPr/>
    </dgm:pt>
    <dgm:pt modelId="{B10C14C8-A42A-45C1-8AE2-1731DE082E9C}" type="pres">
      <dgm:prSet presAssocID="{D8844D48-16DC-4373-83D5-D61A7E722AB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E22FBAE-EFD8-4B21-A1D6-54F8C84B7935}" type="pres">
      <dgm:prSet presAssocID="{D8844D48-16DC-4373-83D5-D61A7E722AB3}" presName="spaceRect" presStyleCnt="0"/>
      <dgm:spPr/>
    </dgm:pt>
    <dgm:pt modelId="{B98BDF14-7933-4E60-B304-F96C7A663D00}" type="pres">
      <dgm:prSet presAssocID="{D8844D48-16DC-4373-83D5-D61A7E722AB3}" presName="parTx" presStyleLbl="revTx" presStyleIdx="4" presStyleCnt="6">
        <dgm:presLayoutVars>
          <dgm:chMax val="0"/>
          <dgm:chPref val="0"/>
        </dgm:presLayoutVars>
      </dgm:prSet>
      <dgm:spPr/>
    </dgm:pt>
    <dgm:pt modelId="{F1EE6965-0FC6-4452-803E-24AB84978612}" type="pres">
      <dgm:prSet presAssocID="{D09FADED-1D19-4BE5-8412-1256B3B4D1B5}" presName="sibTrans" presStyleCnt="0"/>
      <dgm:spPr/>
    </dgm:pt>
    <dgm:pt modelId="{A527B530-AEFF-4F79-8242-6AB8E30F6276}" type="pres">
      <dgm:prSet presAssocID="{88C9104E-1DAA-4701-948B-64AA5816C998}" presName="compNode" presStyleCnt="0"/>
      <dgm:spPr/>
    </dgm:pt>
    <dgm:pt modelId="{658D266F-DE85-4054-A9F4-1BCF7B5F4894}" type="pres">
      <dgm:prSet presAssocID="{88C9104E-1DAA-4701-948B-64AA5816C998}" presName="bgRect" presStyleLbl="bgShp" presStyleIdx="5" presStyleCnt="6"/>
      <dgm:spPr/>
    </dgm:pt>
    <dgm:pt modelId="{35E480EC-23A7-486A-9F51-B32B10C7F5A4}" type="pres">
      <dgm:prSet presAssocID="{88C9104E-1DAA-4701-948B-64AA5816C99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F90F0C3E-ECC9-4532-8F13-38110C47FFA6}" type="pres">
      <dgm:prSet presAssocID="{88C9104E-1DAA-4701-948B-64AA5816C998}" presName="spaceRect" presStyleCnt="0"/>
      <dgm:spPr/>
    </dgm:pt>
    <dgm:pt modelId="{52547A7B-1DCC-41B6-995F-078F256DD6C4}" type="pres">
      <dgm:prSet presAssocID="{88C9104E-1DAA-4701-948B-64AA5816C99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B64930A-85AA-4429-AFA9-9369517B0F4A}" srcId="{22A06C1D-7347-4DC7-A45B-311C4FB069FF}" destId="{88C9104E-1DAA-4701-948B-64AA5816C998}" srcOrd="5" destOrd="0" parTransId="{02A18FA8-0F05-4FE4-B0F9-5B4ECC9643A6}" sibTransId="{CCB17325-5812-49DC-B6A6-E33B608F0C81}"/>
    <dgm:cxn modelId="{3253AA2E-E457-4E77-8F0C-F702BC801641}" type="presOf" srcId="{22A06C1D-7347-4DC7-A45B-311C4FB069FF}" destId="{E5281595-3E29-4FD7-800A-2D5998884846}" srcOrd="0" destOrd="0" presId="urn:microsoft.com/office/officeart/2018/2/layout/IconVerticalSolidList"/>
    <dgm:cxn modelId="{07110232-54AE-4AD7-A4C1-EBE9E7B302A3}" srcId="{22A06C1D-7347-4DC7-A45B-311C4FB069FF}" destId="{D8844D48-16DC-4373-83D5-D61A7E722AB3}" srcOrd="4" destOrd="0" parTransId="{3DEF6425-0DD0-4D4B-9F3F-8006BB4DD4FF}" sibTransId="{D09FADED-1D19-4BE5-8412-1256B3B4D1B5}"/>
    <dgm:cxn modelId="{BC539338-2A3D-460F-A8D5-ABA8B27C2AF3}" srcId="{22A06C1D-7347-4DC7-A45B-311C4FB069FF}" destId="{F0A69CD4-0FCB-46E8-80FA-E977C648383B}" srcOrd="0" destOrd="0" parTransId="{D74F25C9-3ED0-4E8C-8CEA-0989AEC11B75}" sibTransId="{C093E1C7-554F-4951-B757-0FC3CDAADD19}"/>
    <dgm:cxn modelId="{7B68D04F-64E9-40D2-8CE1-38EE10C91132}" type="presOf" srcId="{F0A69CD4-0FCB-46E8-80FA-E977C648383B}" destId="{BE544A8A-41BA-4A31-9FD8-0D9917636926}" srcOrd="0" destOrd="0" presId="urn:microsoft.com/office/officeart/2018/2/layout/IconVerticalSolidList"/>
    <dgm:cxn modelId="{6D804784-EEFC-4021-B1B4-B70D01E0976C}" type="presOf" srcId="{88C9104E-1DAA-4701-948B-64AA5816C998}" destId="{52547A7B-1DCC-41B6-995F-078F256DD6C4}" srcOrd="0" destOrd="0" presId="urn:microsoft.com/office/officeart/2018/2/layout/IconVerticalSolidList"/>
    <dgm:cxn modelId="{D6ADCD85-6EF1-47F2-8C58-AF1A94DF52E6}" srcId="{22A06C1D-7347-4DC7-A45B-311C4FB069FF}" destId="{B9A0BC69-336A-4079-91AE-106ADE781FBF}" srcOrd="1" destOrd="0" parTransId="{085FA5EB-6F4F-411D-B75A-725686BC2A97}" sibTransId="{F1168C22-865C-4831-AA66-8C767C800650}"/>
    <dgm:cxn modelId="{080DA396-1413-42A5-A47E-4F8AF17D242B}" type="presOf" srcId="{D5F065A8-456A-4C13-ADB1-0A21E2C84302}" destId="{B149E0FB-AEE4-43CA-B603-18F0DC94D650}" srcOrd="0" destOrd="0" presId="urn:microsoft.com/office/officeart/2018/2/layout/IconVerticalSolidList"/>
    <dgm:cxn modelId="{B8F3FBB1-EB08-4773-A2E9-50D81670F26C}" srcId="{22A06C1D-7347-4DC7-A45B-311C4FB069FF}" destId="{9491F453-7312-413F-86B3-2499B07BC1AF}" srcOrd="3" destOrd="0" parTransId="{29CC88FB-02CD-4367-900D-91FBB691C5EC}" sibTransId="{60E5CD84-DFF7-442E-B85F-690E6DEAF8EF}"/>
    <dgm:cxn modelId="{A4300BB2-6C8E-40A4-9FEF-8B52D4FF0E72}" type="presOf" srcId="{B9A0BC69-336A-4079-91AE-106ADE781FBF}" destId="{440CA1DD-6C3A-4908-BF44-E4F33C58A66C}" srcOrd="0" destOrd="0" presId="urn:microsoft.com/office/officeart/2018/2/layout/IconVerticalSolidList"/>
    <dgm:cxn modelId="{C05558CA-AAA0-42E7-AB5A-225576248D29}" type="presOf" srcId="{9491F453-7312-413F-86B3-2499B07BC1AF}" destId="{A714E42D-C3C2-4771-8309-52B893ABA6F6}" srcOrd="0" destOrd="0" presId="urn:microsoft.com/office/officeart/2018/2/layout/IconVerticalSolidList"/>
    <dgm:cxn modelId="{6CF2F2D2-3905-4766-A2CA-47BB1499AE6B}" srcId="{22A06C1D-7347-4DC7-A45B-311C4FB069FF}" destId="{D5F065A8-456A-4C13-ADB1-0A21E2C84302}" srcOrd="2" destOrd="0" parTransId="{AA63276E-7378-4CB7-9169-043457412AFA}" sibTransId="{881C04CB-121F-4866-B90D-A02ABA2F8D4D}"/>
    <dgm:cxn modelId="{F198EDD4-5520-49D8-A51B-001F74F5F89C}" type="presOf" srcId="{D8844D48-16DC-4373-83D5-D61A7E722AB3}" destId="{B98BDF14-7933-4E60-B304-F96C7A663D00}" srcOrd="0" destOrd="0" presId="urn:microsoft.com/office/officeart/2018/2/layout/IconVerticalSolidList"/>
    <dgm:cxn modelId="{5CF214C0-564B-434D-BD86-EDB7C4156B73}" type="presParOf" srcId="{E5281595-3E29-4FD7-800A-2D5998884846}" destId="{5D5BE710-16C9-461B-BF38-B2DCBED53E21}" srcOrd="0" destOrd="0" presId="urn:microsoft.com/office/officeart/2018/2/layout/IconVerticalSolidList"/>
    <dgm:cxn modelId="{1DF0F6C6-821C-481F-ABBE-7F9AA93A112A}" type="presParOf" srcId="{5D5BE710-16C9-461B-BF38-B2DCBED53E21}" destId="{D60956E2-5312-42E1-B0B7-F6BD00EFE708}" srcOrd="0" destOrd="0" presId="urn:microsoft.com/office/officeart/2018/2/layout/IconVerticalSolidList"/>
    <dgm:cxn modelId="{A8F312F7-587E-40F4-9EE8-42BB8BF4891B}" type="presParOf" srcId="{5D5BE710-16C9-461B-BF38-B2DCBED53E21}" destId="{C846B8A8-4836-4914-868D-8F7E484E5E35}" srcOrd="1" destOrd="0" presId="urn:microsoft.com/office/officeart/2018/2/layout/IconVerticalSolidList"/>
    <dgm:cxn modelId="{CC255B78-A1B1-42EF-B066-130852864C19}" type="presParOf" srcId="{5D5BE710-16C9-461B-BF38-B2DCBED53E21}" destId="{E8ADBA38-A2D7-4701-8A23-7D1601741C09}" srcOrd="2" destOrd="0" presId="urn:microsoft.com/office/officeart/2018/2/layout/IconVerticalSolidList"/>
    <dgm:cxn modelId="{0AFF3F3C-472B-435A-BB05-6A32D4FF9C7C}" type="presParOf" srcId="{5D5BE710-16C9-461B-BF38-B2DCBED53E21}" destId="{BE544A8A-41BA-4A31-9FD8-0D9917636926}" srcOrd="3" destOrd="0" presId="urn:microsoft.com/office/officeart/2018/2/layout/IconVerticalSolidList"/>
    <dgm:cxn modelId="{1FACF74E-C2A7-47EB-9376-AAB37533FA54}" type="presParOf" srcId="{E5281595-3E29-4FD7-800A-2D5998884846}" destId="{E1E033C7-BD79-47E1-A785-2A11AF32EEC0}" srcOrd="1" destOrd="0" presId="urn:microsoft.com/office/officeart/2018/2/layout/IconVerticalSolidList"/>
    <dgm:cxn modelId="{921701B8-1F76-4EF5-B5A8-2D7155208DFA}" type="presParOf" srcId="{E5281595-3E29-4FD7-800A-2D5998884846}" destId="{BF10A2BC-1246-4481-ABD1-1D79493F76FF}" srcOrd="2" destOrd="0" presId="urn:microsoft.com/office/officeart/2018/2/layout/IconVerticalSolidList"/>
    <dgm:cxn modelId="{C2CD2448-2908-410D-B0FF-3DFB013A6037}" type="presParOf" srcId="{BF10A2BC-1246-4481-ABD1-1D79493F76FF}" destId="{C3D2FC10-F81E-4163-8E64-D628E359F460}" srcOrd="0" destOrd="0" presId="urn:microsoft.com/office/officeart/2018/2/layout/IconVerticalSolidList"/>
    <dgm:cxn modelId="{8DD955F8-8B0A-4687-BBF6-85BBF8979673}" type="presParOf" srcId="{BF10A2BC-1246-4481-ABD1-1D79493F76FF}" destId="{3805043D-2057-424D-B677-582D29A87F3B}" srcOrd="1" destOrd="0" presId="urn:microsoft.com/office/officeart/2018/2/layout/IconVerticalSolidList"/>
    <dgm:cxn modelId="{242487C1-A39B-4781-90C3-F8A44F7FF65E}" type="presParOf" srcId="{BF10A2BC-1246-4481-ABD1-1D79493F76FF}" destId="{6480A547-87C9-4AB2-B920-639BCC0B7309}" srcOrd="2" destOrd="0" presId="urn:microsoft.com/office/officeart/2018/2/layout/IconVerticalSolidList"/>
    <dgm:cxn modelId="{D5D06DEB-31D2-4583-9CB5-39971532E09B}" type="presParOf" srcId="{BF10A2BC-1246-4481-ABD1-1D79493F76FF}" destId="{440CA1DD-6C3A-4908-BF44-E4F33C58A66C}" srcOrd="3" destOrd="0" presId="urn:microsoft.com/office/officeart/2018/2/layout/IconVerticalSolidList"/>
    <dgm:cxn modelId="{1B0D380F-E14D-4ABC-A633-609B1AEFD284}" type="presParOf" srcId="{E5281595-3E29-4FD7-800A-2D5998884846}" destId="{68C19222-4154-4E31-BCAB-28F5C42B1187}" srcOrd="3" destOrd="0" presId="urn:microsoft.com/office/officeart/2018/2/layout/IconVerticalSolidList"/>
    <dgm:cxn modelId="{4183D937-E40F-4296-8F06-7E465D885343}" type="presParOf" srcId="{E5281595-3E29-4FD7-800A-2D5998884846}" destId="{8DB1DCBE-2400-4827-8BEC-0A3748D83090}" srcOrd="4" destOrd="0" presId="urn:microsoft.com/office/officeart/2018/2/layout/IconVerticalSolidList"/>
    <dgm:cxn modelId="{BE2D06B7-3BD2-4105-A21B-22E7237C2093}" type="presParOf" srcId="{8DB1DCBE-2400-4827-8BEC-0A3748D83090}" destId="{78931772-55A3-4D84-A1A0-B13507A5757F}" srcOrd="0" destOrd="0" presId="urn:microsoft.com/office/officeart/2018/2/layout/IconVerticalSolidList"/>
    <dgm:cxn modelId="{74E352CA-459E-4E92-B0CE-AC0A5E160033}" type="presParOf" srcId="{8DB1DCBE-2400-4827-8BEC-0A3748D83090}" destId="{C7A720EF-EE1C-4021-A62B-53F2282ED931}" srcOrd="1" destOrd="0" presId="urn:microsoft.com/office/officeart/2018/2/layout/IconVerticalSolidList"/>
    <dgm:cxn modelId="{44C8C37A-295C-4BB0-AC2B-920BC7E8F361}" type="presParOf" srcId="{8DB1DCBE-2400-4827-8BEC-0A3748D83090}" destId="{8CD9DE07-AEA2-49E2-8EBB-3357D62A4778}" srcOrd="2" destOrd="0" presId="urn:microsoft.com/office/officeart/2018/2/layout/IconVerticalSolidList"/>
    <dgm:cxn modelId="{A8167801-BBB3-499F-BCFF-3835572A4101}" type="presParOf" srcId="{8DB1DCBE-2400-4827-8BEC-0A3748D83090}" destId="{B149E0FB-AEE4-43CA-B603-18F0DC94D650}" srcOrd="3" destOrd="0" presId="urn:microsoft.com/office/officeart/2018/2/layout/IconVerticalSolidList"/>
    <dgm:cxn modelId="{98F30E8E-1B3D-4D5C-B0FF-8F26A54944A1}" type="presParOf" srcId="{E5281595-3E29-4FD7-800A-2D5998884846}" destId="{BC4313BB-FB0C-4363-9581-0B885E976464}" srcOrd="5" destOrd="0" presId="urn:microsoft.com/office/officeart/2018/2/layout/IconVerticalSolidList"/>
    <dgm:cxn modelId="{6EED7AD5-B6DA-4FA2-8243-50EF58F84C12}" type="presParOf" srcId="{E5281595-3E29-4FD7-800A-2D5998884846}" destId="{FB053F8D-4F98-4E20-8932-13B1E9FC2ED7}" srcOrd="6" destOrd="0" presId="urn:microsoft.com/office/officeart/2018/2/layout/IconVerticalSolidList"/>
    <dgm:cxn modelId="{2F1079CF-717F-43CC-8EA2-8429B94509E1}" type="presParOf" srcId="{FB053F8D-4F98-4E20-8932-13B1E9FC2ED7}" destId="{538331AA-4853-47EE-B689-6F755A68C3F4}" srcOrd="0" destOrd="0" presId="urn:microsoft.com/office/officeart/2018/2/layout/IconVerticalSolidList"/>
    <dgm:cxn modelId="{43C33A29-AD74-430D-B72D-1C59AC8FA9D8}" type="presParOf" srcId="{FB053F8D-4F98-4E20-8932-13B1E9FC2ED7}" destId="{2FF31FD8-E73B-4EA1-AA80-9A813DD8920F}" srcOrd="1" destOrd="0" presId="urn:microsoft.com/office/officeart/2018/2/layout/IconVerticalSolidList"/>
    <dgm:cxn modelId="{EF498DF5-A9C0-4BEE-A493-4F37BF411D0D}" type="presParOf" srcId="{FB053F8D-4F98-4E20-8932-13B1E9FC2ED7}" destId="{7A6AE943-0FC6-4D00-A043-734BD4D24ADB}" srcOrd="2" destOrd="0" presId="urn:microsoft.com/office/officeart/2018/2/layout/IconVerticalSolidList"/>
    <dgm:cxn modelId="{4AF27122-8191-4098-8263-86511C1D5EE9}" type="presParOf" srcId="{FB053F8D-4F98-4E20-8932-13B1E9FC2ED7}" destId="{A714E42D-C3C2-4771-8309-52B893ABA6F6}" srcOrd="3" destOrd="0" presId="urn:microsoft.com/office/officeart/2018/2/layout/IconVerticalSolidList"/>
    <dgm:cxn modelId="{29D4D96F-E901-4307-A628-28CABCC425AE}" type="presParOf" srcId="{E5281595-3E29-4FD7-800A-2D5998884846}" destId="{6C51D1EE-4C41-4FBA-8286-F32241EB75AE}" srcOrd="7" destOrd="0" presId="urn:microsoft.com/office/officeart/2018/2/layout/IconVerticalSolidList"/>
    <dgm:cxn modelId="{6EF2C728-12AE-471F-A6A0-E078EDFB1A5E}" type="presParOf" srcId="{E5281595-3E29-4FD7-800A-2D5998884846}" destId="{8E8F3B98-BBC1-4E02-8D64-8FD364A0CC94}" srcOrd="8" destOrd="0" presId="urn:microsoft.com/office/officeart/2018/2/layout/IconVerticalSolidList"/>
    <dgm:cxn modelId="{E8C0D471-C2F6-4600-9BB9-3143EEB4E644}" type="presParOf" srcId="{8E8F3B98-BBC1-4E02-8D64-8FD364A0CC94}" destId="{74E64130-21CC-473D-902E-688AEFA87A05}" srcOrd="0" destOrd="0" presId="urn:microsoft.com/office/officeart/2018/2/layout/IconVerticalSolidList"/>
    <dgm:cxn modelId="{BF25B970-8C4E-422B-8224-7EA93ED47E80}" type="presParOf" srcId="{8E8F3B98-BBC1-4E02-8D64-8FD364A0CC94}" destId="{B10C14C8-A42A-45C1-8AE2-1731DE082E9C}" srcOrd="1" destOrd="0" presId="urn:microsoft.com/office/officeart/2018/2/layout/IconVerticalSolidList"/>
    <dgm:cxn modelId="{9FB603C9-E0AE-47C4-941D-9E097A3FF43F}" type="presParOf" srcId="{8E8F3B98-BBC1-4E02-8D64-8FD364A0CC94}" destId="{4E22FBAE-EFD8-4B21-A1D6-54F8C84B7935}" srcOrd="2" destOrd="0" presId="urn:microsoft.com/office/officeart/2018/2/layout/IconVerticalSolidList"/>
    <dgm:cxn modelId="{5840858F-1301-4808-B26F-EC7251EC4F56}" type="presParOf" srcId="{8E8F3B98-BBC1-4E02-8D64-8FD364A0CC94}" destId="{B98BDF14-7933-4E60-B304-F96C7A663D00}" srcOrd="3" destOrd="0" presId="urn:microsoft.com/office/officeart/2018/2/layout/IconVerticalSolidList"/>
    <dgm:cxn modelId="{FB329A29-4CEA-4D4E-A97A-C4992F720680}" type="presParOf" srcId="{E5281595-3E29-4FD7-800A-2D5998884846}" destId="{F1EE6965-0FC6-4452-803E-24AB84978612}" srcOrd="9" destOrd="0" presId="urn:microsoft.com/office/officeart/2018/2/layout/IconVerticalSolidList"/>
    <dgm:cxn modelId="{F42D5DA3-4BDC-49BA-B59F-30F5F4A89E00}" type="presParOf" srcId="{E5281595-3E29-4FD7-800A-2D5998884846}" destId="{A527B530-AEFF-4F79-8242-6AB8E30F6276}" srcOrd="10" destOrd="0" presId="urn:microsoft.com/office/officeart/2018/2/layout/IconVerticalSolidList"/>
    <dgm:cxn modelId="{11835B16-1640-4D2D-A72E-1CA5C6E1CA9F}" type="presParOf" srcId="{A527B530-AEFF-4F79-8242-6AB8E30F6276}" destId="{658D266F-DE85-4054-A9F4-1BCF7B5F4894}" srcOrd="0" destOrd="0" presId="urn:microsoft.com/office/officeart/2018/2/layout/IconVerticalSolidList"/>
    <dgm:cxn modelId="{D0C0D3DD-F2AE-48B4-B2D5-BDBF05677E7E}" type="presParOf" srcId="{A527B530-AEFF-4F79-8242-6AB8E30F6276}" destId="{35E480EC-23A7-486A-9F51-B32B10C7F5A4}" srcOrd="1" destOrd="0" presId="urn:microsoft.com/office/officeart/2018/2/layout/IconVerticalSolidList"/>
    <dgm:cxn modelId="{9C333707-A166-47E9-81A1-1597282475BA}" type="presParOf" srcId="{A527B530-AEFF-4F79-8242-6AB8E30F6276}" destId="{F90F0C3E-ECC9-4532-8F13-38110C47FFA6}" srcOrd="2" destOrd="0" presId="urn:microsoft.com/office/officeart/2018/2/layout/IconVerticalSolidList"/>
    <dgm:cxn modelId="{238E715D-741E-49DA-A479-2BC1A4D69F90}" type="presParOf" srcId="{A527B530-AEFF-4F79-8242-6AB8E30F6276}" destId="{52547A7B-1DCC-41B6-995F-078F256DD6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99E1B9D-03F5-4652-BECA-E3B820F340E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0278989-D085-4C65-A752-3D65F39D9624}">
      <dgm:prSet/>
      <dgm:spPr/>
      <dgm:t>
        <a:bodyPr/>
        <a:lstStyle/>
        <a:p>
          <a:r>
            <a:rPr lang="en-US"/>
            <a:t>Monthly window = [start of month, start of next month)</a:t>
          </a:r>
        </a:p>
      </dgm:t>
    </dgm:pt>
    <dgm:pt modelId="{472177D1-0807-4D58-BA11-BE9324225597}" type="parTrans" cxnId="{7801A74E-07BC-41DE-A2FC-0F4CEDFD38DB}">
      <dgm:prSet/>
      <dgm:spPr/>
      <dgm:t>
        <a:bodyPr/>
        <a:lstStyle/>
        <a:p>
          <a:endParaRPr lang="en-US"/>
        </a:p>
      </dgm:t>
    </dgm:pt>
    <dgm:pt modelId="{226EAC69-438D-4207-A1CB-B2A0BABCEF13}" type="sibTrans" cxnId="{7801A74E-07BC-41DE-A2FC-0F4CEDFD38DB}">
      <dgm:prSet/>
      <dgm:spPr/>
      <dgm:t>
        <a:bodyPr/>
        <a:lstStyle/>
        <a:p>
          <a:endParaRPr lang="en-US"/>
        </a:p>
      </dgm:t>
    </dgm:pt>
    <dgm:pt modelId="{05F715C7-9C73-4154-81C9-1703600A0911}">
      <dgm:prSet/>
      <dgm:spPr/>
      <dgm:t>
        <a:bodyPr/>
        <a:lstStyle/>
        <a:p>
          <a:r>
            <a:rPr lang="en-US"/>
            <a:t>TotalUsageKwh = sum of readings in month (per unit)</a:t>
          </a:r>
        </a:p>
      </dgm:t>
    </dgm:pt>
    <dgm:pt modelId="{D267056E-6F69-4925-BE02-CC3BB33C3822}" type="parTrans" cxnId="{62F243BB-03AF-4B42-AC08-E68DB828B2D2}">
      <dgm:prSet/>
      <dgm:spPr/>
      <dgm:t>
        <a:bodyPr/>
        <a:lstStyle/>
        <a:p>
          <a:endParaRPr lang="en-US"/>
        </a:p>
      </dgm:t>
    </dgm:pt>
    <dgm:pt modelId="{8508D021-4006-4EDC-9D89-AAC19FEEE809}" type="sibTrans" cxnId="{62F243BB-03AF-4B42-AC08-E68DB828B2D2}">
      <dgm:prSet/>
      <dgm:spPr/>
      <dgm:t>
        <a:bodyPr/>
        <a:lstStyle/>
        <a:p>
          <a:endParaRPr lang="en-US"/>
        </a:p>
      </dgm:t>
    </dgm:pt>
    <dgm:pt modelId="{55AFE271-9452-4FF7-8676-D11ED08EA18E}">
      <dgm:prSet/>
      <dgm:spPr/>
      <dgm:t>
        <a:bodyPr/>
        <a:lstStyle/>
        <a:p>
          <a:r>
            <a:rPr lang="en-US"/>
            <a:t>TotalAmount = (TotalUsageKwh × RatePerKwhSnapshot) + FixedFeeSnapshot</a:t>
          </a:r>
        </a:p>
      </dgm:t>
    </dgm:pt>
    <dgm:pt modelId="{5CE0A163-574F-42B0-B61F-FF6B3476FC3B}" type="parTrans" cxnId="{8631B7F7-87F0-4FB9-9CAE-FCD60BBA2834}">
      <dgm:prSet/>
      <dgm:spPr/>
      <dgm:t>
        <a:bodyPr/>
        <a:lstStyle/>
        <a:p>
          <a:endParaRPr lang="en-US"/>
        </a:p>
      </dgm:t>
    </dgm:pt>
    <dgm:pt modelId="{87A3E2BE-0C24-4ED6-B4FA-E70D2F6CF7F1}" type="sibTrans" cxnId="{8631B7F7-87F0-4FB9-9CAE-FCD60BBA2834}">
      <dgm:prSet/>
      <dgm:spPr/>
      <dgm:t>
        <a:bodyPr/>
        <a:lstStyle/>
        <a:p>
          <a:endParaRPr lang="en-US"/>
        </a:p>
      </dgm:t>
    </dgm:pt>
    <dgm:pt modelId="{A329458E-83DA-474C-9840-E1ED87EB9143}">
      <dgm:prSet/>
      <dgm:spPr/>
      <dgm:t>
        <a:bodyPr/>
        <a:lstStyle/>
        <a:p>
          <a:r>
            <a:rPr lang="en-US"/>
            <a:t>Snapshot pricing supports auditability and future price changes</a:t>
          </a:r>
        </a:p>
      </dgm:t>
    </dgm:pt>
    <dgm:pt modelId="{84FAD2E0-DFBC-45AD-8C51-3E089B27A2B4}" type="parTrans" cxnId="{6F60C88D-9DDC-41F6-B210-931ADCF39A9E}">
      <dgm:prSet/>
      <dgm:spPr/>
      <dgm:t>
        <a:bodyPr/>
        <a:lstStyle/>
        <a:p>
          <a:endParaRPr lang="en-US"/>
        </a:p>
      </dgm:t>
    </dgm:pt>
    <dgm:pt modelId="{217F8E29-F328-4639-8490-FD5B9B84BE3C}" type="sibTrans" cxnId="{6F60C88D-9DDC-41F6-B210-931ADCF39A9E}">
      <dgm:prSet/>
      <dgm:spPr/>
      <dgm:t>
        <a:bodyPr/>
        <a:lstStyle/>
        <a:p>
          <a:endParaRPr lang="en-US"/>
        </a:p>
      </dgm:t>
    </dgm:pt>
    <dgm:pt modelId="{1B841245-6A77-4280-A74E-D9C731AAE122}">
      <dgm:prSet/>
      <dgm:spPr/>
      <dgm:t>
        <a:bodyPr/>
        <a:lstStyle/>
        <a:p>
          <a:r>
            <a:rPr lang="en-US"/>
            <a:t>Designed to be re-runnable: generate or update per unit-month</a:t>
          </a:r>
        </a:p>
      </dgm:t>
    </dgm:pt>
    <dgm:pt modelId="{E9D04EF0-1514-432D-8EC9-D2BAC027B380}" type="parTrans" cxnId="{2230D5CA-8889-4878-83A7-B39DE496E076}">
      <dgm:prSet/>
      <dgm:spPr/>
      <dgm:t>
        <a:bodyPr/>
        <a:lstStyle/>
        <a:p>
          <a:endParaRPr lang="en-US"/>
        </a:p>
      </dgm:t>
    </dgm:pt>
    <dgm:pt modelId="{9794FAD1-32DF-4330-B0DD-493C47639D94}" type="sibTrans" cxnId="{2230D5CA-8889-4878-83A7-B39DE496E076}">
      <dgm:prSet/>
      <dgm:spPr/>
      <dgm:t>
        <a:bodyPr/>
        <a:lstStyle/>
        <a:p>
          <a:endParaRPr lang="en-US"/>
        </a:p>
      </dgm:t>
    </dgm:pt>
    <dgm:pt modelId="{0B405CAA-5B75-4F49-B841-C6AA7D432302}" type="pres">
      <dgm:prSet presAssocID="{C99E1B9D-03F5-4652-BECA-E3B820F340E9}" presName="linear" presStyleCnt="0">
        <dgm:presLayoutVars>
          <dgm:animLvl val="lvl"/>
          <dgm:resizeHandles val="exact"/>
        </dgm:presLayoutVars>
      </dgm:prSet>
      <dgm:spPr/>
    </dgm:pt>
    <dgm:pt modelId="{A54B5F2C-12F5-4AEA-B6ED-A3E3F15BA58A}" type="pres">
      <dgm:prSet presAssocID="{20278989-D085-4C65-A752-3D65F39D962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420091C-4425-42C9-B15D-12007B787217}" type="pres">
      <dgm:prSet presAssocID="{226EAC69-438D-4207-A1CB-B2A0BABCEF13}" presName="spacer" presStyleCnt="0"/>
      <dgm:spPr/>
    </dgm:pt>
    <dgm:pt modelId="{EE8EBA22-387F-4B55-8C50-4016564E1F8D}" type="pres">
      <dgm:prSet presAssocID="{05F715C7-9C73-4154-81C9-1703600A091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763D974-673A-4DF3-92B5-9B85C05D33CA}" type="pres">
      <dgm:prSet presAssocID="{8508D021-4006-4EDC-9D89-AAC19FEEE809}" presName="spacer" presStyleCnt="0"/>
      <dgm:spPr/>
    </dgm:pt>
    <dgm:pt modelId="{B290449B-0095-4512-A0D2-062F3A3A5DA8}" type="pres">
      <dgm:prSet presAssocID="{55AFE271-9452-4FF7-8676-D11ED08EA18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AA17BD2-5F4D-4FDF-BBBC-92D64C8218C9}" type="pres">
      <dgm:prSet presAssocID="{87A3E2BE-0C24-4ED6-B4FA-E70D2F6CF7F1}" presName="spacer" presStyleCnt="0"/>
      <dgm:spPr/>
    </dgm:pt>
    <dgm:pt modelId="{467CF71D-648D-436C-B5CB-96CF1A9768FB}" type="pres">
      <dgm:prSet presAssocID="{A329458E-83DA-474C-9840-E1ED87EB914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348CB37-3AA8-4AC9-B957-D2CCF16F7D9D}" type="pres">
      <dgm:prSet presAssocID="{217F8E29-F328-4639-8490-FD5B9B84BE3C}" presName="spacer" presStyleCnt="0"/>
      <dgm:spPr/>
    </dgm:pt>
    <dgm:pt modelId="{886343B4-D5CB-4B10-9BAA-4129657B6C25}" type="pres">
      <dgm:prSet presAssocID="{1B841245-6A77-4280-A74E-D9C731AAE12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DD33864-F6A1-474F-AF7B-FEC490BDA599}" type="presOf" srcId="{05F715C7-9C73-4154-81C9-1703600A0911}" destId="{EE8EBA22-387F-4B55-8C50-4016564E1F8D}" srcOrd="0" destOrd="0" presId="urn:microsoft.com/office/officeart/2005/8/layout/vList2"/>
    <dgm:cxn modelId="{5F214064-F6B1-4E4E-B5ED-FF5E041AB6FE}" type="presOf" srcId="{1B841245-6A77-4280-A74E-D9C731AAE122}" destId="{886343B4-D5CB-4B10-9BAA-4129657B6C25}" srcOrd="0" destOrd="0" presId="urn:microsoft.com/office/officeart/2005/8/layout/vList2"/>
    <dgm:cxn modelId="{7801A74E-07BC-41DE-A2FC-0F4CEDFD38DB}" srcId="{C99E1B9D-03F5-4652-BECA-E3B820F340E9}" destId="{20278989-D085-4C65-A752-3D65F39D9624}" srcOrd="0" destOrd="0" parTransId="{472177D1-0807-4D58-BA11-BE9324225597}" sibTransId="{226EAC69-438D-4207-A1CB-B2A0BABCEF13}"/>
    <dgm:cxn modelId="{4025BD7D-8401-42C4-9982-FB336E651B56}" type="presOf" srcId="{20278989-D085-4C65-A752-3D65F39D9624}" destId="{A54B5F2C-12F5-4AEA-B6ED-A3E3F15BA58A}" srcOrd="0" destOrd="0" presId="urn:microsoft.com/office/officeart/2005/8/layout/vList2"/>
    <dgm:cxn modelId="{6F60C88D-9DDC-41F6-B210-931ADCF39A9E}" srcId="{C99E1B9D-03F5-4652-BECA-E3B820F340E9}" destId="{A329458E-83DA-474C-9840-E1ED87EB9143}" srcOrd="3" destOrd="0" parTransId="{84FAD2E0-DFBC-45AD-8C51-3E089B27A2B4}" sibTransId="{217F8E29-F328-4639-8490-FD5B9B84BE3C}"/>
    <dgm:cxn modelId="{E962C495-A4B4-4C37-9B2F-D711F0EFDE02}" type="presOf" srcId="{A329458E-83DA-474C-9840-E1ED87EB9143}" destId="{467CF71D-648D-436C-B5CB-96CF1A9768FB}" srcOrd="0" destOrd="0" presId="urn:microsoft.com/office/officeart/2005/8/layout/vList2"/>
    <dgm:cxn modelId="{4B34F6A1-428C-4277-9C77-D4F8190E3B52}" type="presOf" srcId="{C99E1B9D-03F5-4652-BECA-E3B820F340E9}" destId="{0B405CAA-5B75-4F49-B841-C6AA7D432302}" srcOrd="0" destOrd="0" presId="urn:microsoft.com/office/officeart/2005/8/layout/vList2"/>
    <dgm:cxn modelId="{0A5BACAD-C2AE-432E-81F8-F5F6020A7C54}" type="presOf" srcId="{55AFE271-9452-4FF7-8676-D11ED08EA18E}" destId="{B290449B-0095-4512-A0D2-062F3A3A5DA8}" srcOrd="0" destOrd="0" presId="urn:microsoft.com/office/officeart/2005/8/layout/vList2"/>
    <dgm:cxn modelId="{62F243BB-03AF-4B42-AC08-E68DB828B2D2}" srcId="{C99E1B9D-03F5-4652-BECA-E3B820F340E9}" destId="{05F715C7-9C73-4154-81C9-1703600A0911}" srcOrd="1" destOrd="0" parTransId="{D267056E-6F69-4925-BE02-CC3BB33C3822}" sibTransId="{8508D021-4006-4EDC-9D89-AAC19FEEE809}"/>
    <dgm:cxn modelId="{2230D5CA-8889-4878-83A7-B39DE496E076}" srcId="{C99E1B9D-03F5-4652-BECA-E3B820F340E9}" destId="{1B841245-6A77-4280-A74E-D9C731AAE122}" srcOrd="4" destOrd="0" parTransId="{E9D04EF0-1514-432D-8EC9-D2BAC027B380}" sibTransId="{9794FAD1-32DF-4330-B0DD-493C47639D94}"/>
    <dgm:cxn modelId="{8631B7F7-87F0-4FB9-9CAE-FCD60BBA2834}" srcId="{C99E1B9D-03F5-4652-BECA-E3B820F340E9}" destId="{55AFE271-9452-4FF7-8676-D11ED08EA18E}" srcOrd="2" destOrd="0" parTransId="{5CE0A163-574F-42B0-B61F-FF6B3476FC3B}" sibTransId="{87A3E2BE-0C24-4ED6-B4FA-E70D2F6CF7F1}"/>
    <dgm:cxn modelId="{00202ED8-B267-4BCC-9834-E2DB7D9CECBF}" type="presParOf" srcId="{0B405CAA-5B75-4F49-B841-C6AA7D432302}" destId="{A54B5F2C-12F5-4AEA-B6ED-A3E3F15BA58A}" srcOrd="0" destOrd="0" presId="urn:microsoft.com/office/officeart/2005/8/layout/vList2"/>
    <dgm:cxn modelId="{3245E43E-37E5-422B-B839-C2CBC3E93AD1}" type="presParOf" srcId="{0B405CAA-5B75-4F49-B841-C6AA7D432302}" destId="{7420091C-4425-42C9-B15D-12007B787217}" srcOrd="1" destOrd="0" presId="urn:microsoft.com/office/officeart/2005/8/layout/vList2"/>
    <dgm:cxn modelId="{A32FE40F-4CC9-4908-AB1B-5557D1F0FF8A}" type="presParOf" srcId="{0B405CAA-5B75-4F49-B841-C6AA7D432302}" destId="{EE8EBA22-387F-4B55-8C50-4016564E1F8D}" srcOrd="2" destOrd="0" presId="urn:microsoft.com/office/officeart/2005/8/layout/vList2"/>
    <dgm:cxn modelId="{E75F0BC9-19EB-4269-B8BF-8A71D7DDD67A}" type="presParOf" srcId="{0B405CAA-5B75-4F49-B841-C6AA7D432302}" destId="{3763D974-673A-4DF3-92B5-9B85C05D33CA}" srcOrd="3" destOrd="0" presId="urn:microsoft.com/office/officeart/2005/8/layout/vList2"/>
    <dgm:cxn modelId="{EEF76D06-26CA-4B86-B9FB-A44B0E57ECC7}" type="presParOf" srcId="{0B405CAA-5B75-4F49-B841-C6AA7D432302}" destId="{B290449B-0095-4512-A0D2-062F3A3A5DA8}" srcOrd="4" destOrd="0" presId="urn:microsoft.com/office/officeart/2005/8/layout/vList2"/>
    <dgm:cxn modelId="{B2ED98B5-0D1C-4817-9D67-63B38649CD34}" type="presParOf" srcId="{0B405CAA-5B75-4F49-B841-C6AA7D432302}" destId="{5AA17BD2-5F4D-4FDF-BBBC-92D64C8218C9}" srcOrd="5" destOrd="0" presId="urn:microsoft.com/office/officeart/2005/8/layout/vList2"/>
    <dgm:cxn modelId="{B2BB719B-DB32-43FA-AAC3-B33D2DB3E3EB}" type="presParOf" srcId="{0B405CAA-5B75-4F49-B841-C6AA7D432302}" destId="{467CF71D-648D-436C-B5CB-96CF1A9768FB}" srcOrd="6" destOrd="0" presId="urn:microsoft.com/office/officeart/2005/8/layout/vList2"/>
    <dgm:cxn modelId="{FF570596-E481-4E84-9192-D9F8A1351D6B}" type="presParOf" srcId="{0B405CAA-5B75-4F49-B841-C6AA7D432302}" destId="{6348CB37-3AA8-4AC9-B957-D2CCF16F7D9D}" srcOrd="7" destOrd="0" presId="urn:microsoft.com/office/officeart/2005/8/layout/vList2"/>
    <dgm:cxn modelId="{739B0E4F-32A9-4385-9669-F4806F38BC0B}" type="presParOf" srcId="{0B405CAA-5B75-4F49-B841-C6AA7D432302}" destId="{886343B4-D5CB-4B10-9BAA-4129657B6C2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692A65-4D53-4C06-AC83-10B91DA4069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E9AF9B3-9831-47AE-A0EC-12C4BBEDF745}">
      <dgm:prSet/>
      <dgm:spPr/>
      <dgm:t>
        <a:bodyPr/>
        <a:lstStyle/>
        <a:p>
          <a:pPr>
            <a:defRPr cap="all"/>
          </a:pPr>
          <a:r>
            <a:rPr lang="en-US"/>
            <a:t>Generates time-series readings for each unit</a:t>
          </a:r>
        </a:p>
      </dgm:t>
    </dgm:pt>
    <dgm:pt modelId="{BE8E0A9B-1669-4879-9F41-A08DC6783811}" type="parTrans" cxnId="{3BE22714-9DC7-4F11-ACCF-6B7BD8DD8704}">
      <dgm:prSet/>
      <dgm:spPr/>
      <dgm:t>
        <a:bodyPr/>
        <a:lstStyle/>
        <a:p>
          <a:endParaRPr lang="en-US"/>
        </a:p>
      </dgm:t>
    </dgm:pt>
    <dgm:pt modelId="{C792BFB7-7EC5-4961-9DF7-A095771DEB89}" type="sibTrans" cxnId="{3BE22714-9DC7-4F11-ACCF-6B7BD8DD8704}">
      <dgm:prSet/>
      <dgm:spPr/>
      <dgm:t>
        <a:bodyPr/>
        <a:lstStyle/>
        <a:p>
          <a:endParaRPr lang="en-US"/>
        </a:p>
      </dgm:t>
    </dgm:pt>
    <dgm:pt modelId="{95DDDCEC-35FF-434A-A703-533130360543}">
      <dgm:prSet/>
      <dgm:spPr/>
      <dgm:t>
        <a:bodyPr/>
        <a:lstStyle/>
        <a:p>
          <a:pPr>
            <a:defRPr cap="all"/>
          </a:pPr>
          <a:r>
            <a:rPr lang="en-US"/>
            <a:t>4 readings per day (every 6 hours) to mimic IoT intervals</a:t>
          </a:r>
        </a:p>
      </dgm:t>
    </dgm:pt>
    <dgm:pt modelId="{37934C7F-E62F-4B77-A718-B8A542B2993D}" type="parTrans" cxnId="{C8B2BA9E-7A5D-4B6E-9B63-C0E04ACF6011}">
      <dgm:prSet/>
      <dgm:spPr/>
      <dgm:t>
        <a:bodyPr/>
        <a:lstStyle/>
        <a:p>
          <a:endParaRPr lang="en-US"/>
        </a:p>
      </dgm:t>
    </dgm:pt>
    <dgm:pt modelId="{756F2201-6FF9-4E5D-8BCE-8A89E3275140}" type="sibTrans" cxnId="{C8B2BA9E-7A5D-4B6E-9B63-C0E04ACF6011}">
      <dgm:prSet/>
      <dgm:spPr/>
      <dgm:t>
        <a:bodyPr/>
        <a:lstStyle/>
        <a:p>
          <a:endParaRPr lang="en-US"/>
        </a:p>
      </dgm:t>
    </dgm:pt>
    <dgm:pt modelId="{1AD993CE-39B1-4EF2-8ADA-5E47ECEF9159}">
      <dgm:prSet/>
      <dgm:spPr/>
      <dgm:t>
        <a:bodyPr/>
        <a:lstStyle/>
        <a:p>
          <a:pPr>
            <a:defRPr cap="all"/>
          </a:pPr>
          <a:r>
            <a:rPr lang="en-US"/>
            <a:t>Baseline usage randomized to show realistic variation</a:t>
          </a:r>
        </a:p>
      </dgm:t>
    </dgm:pt>
    <dgm:pt modelId="{BFD04A7C-4B42-4F87-ABB4-90B360EB3315}" type="parTrans" cxnId="{DA4BBEA9-0CD6-4FD0-BF85-C72D4E2B1F51}">
      <dgm:prSet/>
      <dgm:spPr/>
      <dgm:t>
        <a:bodyPr/>
        <a:lstStyle/>
        <a:p>
          <a:endParaRPr lang="en-US"/>
        </a:p>
      </dgm:t>
    </dgm:pt>
    <dgm:pt modelId="{4B323345-61D6-4885-8AF5-6DF62A9EFCE3}" type="sibTrans" cxnId="{DA4BBEA9-0CD6-4FD0-BF85-C72D4E2B1F51}">
      <dgm:prSet/>
      <dgm:spPr/>
      <dgm:t>
        <a:bodyPr/>
        <a:lstStyle/>
        <a:p>
          <a:endParaRPr lang="en-US"/>
        </a:p>
      </dgm:t>
    </dgm:pt>
    <dgm:pt modelId="{29921C20-336E-4BE3-957B-53BCA4A758ED}">
      <dgm:prSet/>
      <dgm:spPr/>
      <dgm:t>
        <a:bodyPr/>
        <a:lstStyle/>
        <a:p>
          <a:pPr>
            <a:defRPr cap="all"/>
          </a:pPr>
          <a:r>
            <a:rPr lang="en-US"/>
            <a:t>Optional spike mode injects an abnormal day for alert demo</a:t>
          </a:r>
        </a:p>
      </dgm:t>
    </dgm:pt>
    <dgm:pt modelId="{447C8D18-134A-4050-BBFF-FAA28D17BB6B}" type="parTrans" cxnId="{1DB35CD6-5E66-4005-9406-212C1187A7E0}">
      <dgm:prSet/>
      <dgm:spPr/>
      <dgm:t>
        <a:bodyPr/>
        <a:lstStyle/>
        <a:p>
          <a:endParaRPr lang="en-US"/>
        </a:p>
      </dgm:t>
    </dgm:pt>
    <dgm:pt modelId="{300E0FCD-97D6-496C-B700-53D007C5FFFF}" type="sibTrans" cxnId="{1DB35CD6-5E66-4005-9406-212C1187A7E0}">
      <dgm:prSet/>
      <dgm:spPr/>
      <dgm:t>
        <a:bodyPr/>
        <a:lstStyle/>
        <a:p>
          <a:endParaRPr lang="en-US"/>
        </a:p>
      </dgm:t>
    </dgm:pt>
    <dgm:pt modelId="{B89BE120-09D5-4409-B42D-18D5C575E4D8}">
      <dgm:prSet/>
      <dgm:spPr/>
      <dgm:t>
        <a:bodyPr/>
        <a:lstStyle/>
        <a:p>
          <a:pPr>
            <a:defRPr cap="all"/>
          </a:pPr>
          <a:r>
            <a:rPr lang="en-US"/>
            <a:t>In production: replace simulation with submeter gateway ingestion</a:t>
          </a:r>
        </a:p>
      </dgm:t>
    </dgm:pt>
    <dgm:pt modelId="{0E7C8059-4082-4F6E-B6F2-3DAB9C79EBC1}" type="parTrans" cxnId="{9E2B19E4-2D51-40B3-8446-9F607D863AEC}">
      <dgm:prSet/>
      <dgm:spPr/>
      <dgm:t>
        <a:bodyPr/>
        <a:lstStyle/>
        <a:p>
          <a:endParaRPr lang="en-US"/>
        </a:p>
      </dgm:t>
    </dgm:pt>
    <dgm:pt modelId="{9BCE8C68-73B0-4999-A852-906ED1299754}" type="sibTrans" cxnId="{9E2B19E4-2D51-40B3-8446-9F607D863AEC}">
      <dgm:prSet/>
      <dgm:spPr/>
      <dgm:t>
        <a:bodyPr/>
        <a:lstStyle/>
        <a:p>
          <a:endParaRPr lang="en-US"/>
        </a:p>
      </dgm:t>
    </dgm:pt>
    <dgm:pt modelId="{399DE93E-F4C3-4D29-8C8F-21D9C8D2E2F1}" type="pres">
      <dgm:prSet presAssocID="{3B692A65-4D53-4C06-AC83-10B91DA40699}" presName="root" presStyleCnt="0">
        <dgm:presLayoutVars>
          <dgm:dir/>
          <dgm:resizeHandles val="exact"/>
        </dgm:presLayoutVars>
      </dgm:prSet>
      <dgm:spPr/>
    </dgm:pt>
    <dgm:pt modelId="{4F295572-FC4A-40F1-9B71-04EFCA166DB2}" type="pres">
      <dgm:prSet presAssocID="{4E9AF9B3-9831-47AE-A0EC-12C4BBEDF745}" presName="compNode" presStyleCnt="0"/>
      <dgm:spPr/>
    </dgm:pt>
    <dgm:pt modelId="{52CFD707-BAFA-43A8-8065-2ECECB34F5CE}" type="pres">
      <dgm:prSet presAssocID="{4E9AF9B3-9831-47AE-A0EC-12C4BBEDF745}" presName="iconBgRect" presStyleLbl="bgShp" presStyleIdx="0" presStyleCnt="5"/>
      <dgm:spPr/>
    </dgm:pt>
    <dgm:pt modelId="{5B86436F-369A-411B-B036-ED1B56E56F74}" type="pres">
      <dgm:prSet presAssocID="{4E9AF9B3-9831-47AE-A0EC-12C4BBEDF74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5508FEC9-7149-45C9-A27B-71DEF7803ED7}" type="pres">
      <dgm:prSet presAssocID="{4E9AF9B3-9831-47AE-A0EC-12C4BBEDF745}" presName="spaceRect" presStyleCnt="0"/>
      <dgm:spPr/>
    </dgm:pt>
    <dgm:pt modelId="{6AD8A65D-5671-4732-BEC9-ECC2D7B4463D}" type="pres">
      <dgm:prSet presAssocID="{4E9AF9B3-9831-47AE-A0EC-12C4BBEDF745}" presName="textRect" presStyleLbl="revTx" presStyleIdx="0" presStyleCnt="5">
        <dgm:presLayoutVars>
          <dgm:chMax val="1"/>
          <dgm:chPref val="1"/>
        </dgm:presLayoutVars>
      </dgm:prSet>
      <dgm:spPr/>
    </dgm:pt>
    <dgm:pt modelId="{878FDA3C-5261-4820-B2C4-C3EE07E7C7B2}" type="pres">
      <dgm:prSet presAssocID="{C792BFB7-7EC5-4961-9DF7-A095771DEB89}" presName="sibTrans" presStyleCnt="0"/>
      <dgm:spPr/>
    </dgm:pt>
    <dgm:pt modelId="{27905618-97C5-47E9-8D02-45772FCCD33B}" type="pres">
      <dgm:prSet presAssocID="{95DDDCEC-35FF-434A-A703-533130360543}" presName="compNode" presStyleCnt="0"/>
      <dgm:spPr/>
    </dgm:pt>
    <dgm:pt modelId="{46E65B86-FB9F-4F87-A1E2-F4977A25ED4B}" type="pres">
      <dgm:prSet presAssocID="{95DDDCEC-35FF-434A-A703-533130360543}" presName="iconBgRect" presStyleLbl="bgShp" presStyleIdx="1" presStyleCnt="5"/>
      <dgm:spPr/>
    </dgm:pt>
    <dgm:pt modelId="{E0A7135A-9632-43B9-819B-8D7ED3FAE1C5}" type="pres">
      <dgm:prSet presAssocID="{95DDDCEC-35FF-434A-A703-53313036054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E7BB2CB-45CE-4088-B1B4-73A147B9F358}" type="pres">
      <dgm:prSet presAssocID="{95DDDCEC-35FF-434A-A703-533130360543}" presName="spaceRect" presStyleCnt="0"/>
      <dgm:spPr/>
    </dgm:pt>
    <dgm:pt modelId="{8021BAE6-3436-4F7C-934C-6A38CE20288A}" type="pres">
      <dgm:prSet presAssocID="{95DDDCEC-35FF-434A-A703-533130360543}" presName="textRect" presStyleLbl="revTx" presStyleIdx="1" presStyleCnt="5">
        <dgm:presLayoutVars>
          <dgm:chMax val="1"/>
          <dgm:chPref val="1"/>
        </dgm:presLayoutVars>
      </dgm:prSet>
      <dgm:spPr/>
    </dgm:pt>
    <dgm:pt modelId="{D79F7B4D-8BD3-4D81-9FBE-7124713EFD5D}" type="pres">
      <dgm:prSet presAssocID="{756F2201-6FF9-4E5D-8BCE-8A89E3275140}" presName="sibTrans" presStyleCnt="0"/>
      <dgm:spPr/>
    </dgm:pt>
    <dgm:pt modelId="{43B13C5E-7B83-4881-8BFB-67EAD4F5F483}" type="pres">
      <dgm:prSet presAssocID="{1AD993CE-39B1-4EF2-8ADA-5E47ECEF9159}" presName="compNode" presStyleCnt="0"/>
      <dgm:spPr/>
    </dgm:pt>
    <dgm:pt modelId="{3EF2391D-14E7-41EB-959F-06014A8E4FE3}" type="pres">
      <dgm:prSet presAssocID="{1AD993CE-39B1-4EF2-8ADA-5E47ECEF9159}" presName="iconBgRect" presStyleLbl="bgShp" presStyleIdx="2" presStyleCnt="5"/>
      <dgm:spPr/>
    </dgm:pt>
    <dgm:pt modelId="{AC613636-323B-424A-9399-5064DFFC8B57}" type="pres">
      <dgm:prSet presAssocID="{1AD993CE-39B1-4EF2-8ADA-5E47ECEF915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908A798-D975-4251-9C6D-7F1D7392CA6D}" type="pres">
      <dgm:prSet presAssocID="{1AD993CE-39B1-4EF2-8ADA-5E47ECEF9159}" presName="spaceRect" presStyleCnt="0"/>
      <dgm:spPr/>
    </dgm:pt>
    <dgm:pt modelId="{1A30A8B3-9B42-462F-9ADA-00A693ED197A}" type="pres">
      <dgm:prSet presAssocID="{1AD993CE-39B1-4EF2-8ADA-5E47ECEF9159}" presName="textRect" presStyleLbl="revTx" presStyleIdx="2" presStyleCnt="5">
        <dgm:presLayoutVars>
          <dgm:chMax val="1"/>
          <dgm:chPref val="1"/>
        </dgm:presLayoutVars>
      </dgm:prSet>
      <dgm:spPr/>
    </dgm:pt>
    <dgm:pt modelId="{D1DCACBB-89C3-42E6-8F80-D3C0B558DD12}" type="pres">
      <dgm:prSet presAssocID="{4B323345-61D6-4885-8AF5-6DF62A9EFCE3}" presName="sibTrans" presStyleCnt="0"/>
      <dgm:spPr/>
    </dgm:pt>
    <dgm:pt modelId="{6725EFE0-CF84-43C9-86C7-319499881112}" type="pres">
      <dgm:prSet presAssocID="{29921C20-336E-4BE3-957B-53BCA4A758ED}" presName="compNode" presStyleCnt="0"/>
      <dgm:spPr/>
    </dgm:pt>
    <dgm:pt modelId="{7717738F-C04F-42A0-BA9A-B81B1840D517}" type="pres">
      <dgm:prSet presAssocID="{29921C20-336E-4BE3-957B-53BCA4A758ED}" presName="iconBgRect" presStyleLbl="bgShp" presStyleIdx="3" presStyleCnt="5"/>
      <dgm:spPr/>
    </dgm:pt>
    <dgm:pt modelId="{22932120-D745-4E7C-92BA-D3855EE2BCDB}" type="pres">
      <dgm:prSet presAssocID="{29921C20-336E-4BE3-957B-53BCA4A758E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AB87338C-1DB2-4514-93F7-7D391CACD83E}" type="pres">
      <dgm:prSet presAssocID="{29921C20-336E-4BE3-957B-53BCA4A758ED}" presName="spaceRect" presStyleCnt="0"/>
      <dgm:spPr/>
    </dgm:pt>
    <dgm:pt modelId="{6C3F2834-778F-4D87-85E7-9CD3EFD205B3}" type="pres">
      <dgm:prSet presAssocID="{29921C20-336E-4BE3-957B-53BCA4A758ED}" presName="textRect" presStyleLbl="revTx" presStyleIdx="3" presStyleCnt="5">
        <dgm:presLayoutVars>
          <dgm:chMax val="1"/>
          <dgm:chPref val="1"/>
        </dgm:presLayoutVars>
      </dgm:prSet>
      <dgm:spPr/>
    </dgm:pt>
    <dgm:pt modelId="{51FE611F-115B-4913-8354-2F5E97572153}" type="pres">
      <dgm:prSet presAssocID="{300E0FCD-97D6-496C-B700-53D007C5FFFF}" presName="sibTrans" presStyleCnt="0"/>
      <dgm:spPr/>
    </dgm:pt>
    <dgm:pt modelId="{A6429D55-3784-41ED-BB34-74FE1C02E7A6}" type="pres">
      <dgm:prSet presAssocID="{B89BE120-09D5-4409-B42D-18D5C575E4D8}" presName="compNode" presStyleCnt="0"/>
      <dgm:spPr/>
    </dgm:pt>
    <dgm:pt modelId="{1FB4750E-21B3-48C4-85FC-349C8A6CA12D}" type="pres">
      <dgm:prSet presAssocID="{B89BE120-09D5-4409-B42D-18D5C575E4D8}" presName="iconBgRect" presStyleLbl="bgShp" presStyleIdx="4" presStyleCnt="5"/>
      <dgm:spPr/>
    </dgm:pt>
    <dgm:pt modelId="{CFA37C76-88B7-4EDE-99A9-651E2D031F1B}" type="pres">
      <dgm:prSet presAssocID="{B89BE120-09D5-4409-B42D-18D5C575E4D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CF6B70C-99AA-4BF5-8A57-C66FD987FB12}" type="pres">
      <dgm:prSet presAssocID="{B89BE120-09D5-4409-B42D-18D5C575E4D8}" presName="spaceRect" presStyleCnt="0"/>
      <dgm:spPr/>
    </dgm:pt>
    <dgm:pt modelId="{97B5EBE7-24CD-482B-B548-7564E08EE004}" type="pres">
      <dgm:prSet presAssocID="{B89BE120-09D5-4409-B42D-18D5C575E4D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BE22714-9DC7-4F11-ACCF-6B7BD8DD8704}" srcId="{3B692A65-4D53-4C06-AC83-10B91DA40699}" destId="{4E9AF9B3-9831-47AE-A0EC-12C4BBEDF745}" srcOrd="0" destOrd="0" parTransId="{BE8E0A9B-1669-4879-9F41-A08DC6783811}" sibTransId="{C792BFB7-7EC5-4961-9DF7-A095771DEB89}"/>
    <dgm:cxn modelId="{58E0F56E-CCDC-43DF-98A3-77C8765AC350}" type="presOf" srcId="{B89BE120-09D5-4409-B42D-18D5C575E4D8}" destId="{97B5EBE7-24CD-482B-B548-7564E08EE004}" srcOrd="0" destOrd="0" presId="urn:microsoft.com/office/officeart/2018/5/layout/IconCircleLabelList"/>
    <dgm:cxn modelId="{A1D3A192-E950-45AE-B433-3F9178F0ECD3}" type="presOf" srcId="{95DDDCEC-35FF-434A-A703-533130360543}" destId="{8021BAE6-3436-4F7C-934C-6A38CE20288A}" srcOrd="0" destOrd="0" presId="urn:microsoft.com/office/officeart/2018/5/layout/IconCircleLabelList"/>
    <dgm:cxn modelId="{C8B2BA9E-7A5D-4B6E-9B63-C0E04ACF6011}" srcId="{3B692A65-4D53-4C06-AC83-10B91DA40699}" destId="{95DDDCEC-35FF-434A-A703-533130360543}" srcOrd="1" destOrd="0" parTransId="{37934C7F-E62F-4B77-A718-B8A542B2993D}" sibTransId="{756F2201-6FF9-4E5D-8BCE-8A89E3275140}"/>
    <dgm:cxn modelId="{DA4BBEA9-0CD6-4FD0-BF85-C72D4E2B1F51}" srcId="{3B692A65-4D53-4C06-AC83-10B91DA40699}" destId="{1AD993CE-39B1-4EF2-8ADA-5E47ECEF9159}" srcOrd="2" destOrd="0" parTransId="{BFD04A7C-4B42-4F87-ABB4-90B360EB3315}" sibTransId="{4B323345-61D6-4885-8AF5-6DF62A9EFCE3}"/>
    <dgm:cxn modelId="{00B0D6C2-9B66-4B14-B95B-3A79B8A9341B}" type="presOf" srcId="{3B692A65-4D53-4C06-AC83-10B91DA40699}" destId="{399DE93E-F4C3-4D29-8C8F-21D9C8D2E2F1}" srcOrd="0" destOrd="0" presId="urn:microsoft.com/office/officeart/2018/5/layout/IconCircleLabelList"/>
    <dgm:cxn modelId="{A532B0CE-B274-4565-9C95-D68D3CACB435}" type="presOf" srcId="{1AD993CE-39B1-4EF2-8ADA-5E47ECEF9159}" destId="{1A30A8B3-9B42-462F-9ADA-00A693ED197A}" srcOrd="0" destOrd="0" presId="urn:microsoft.com/office/officeart/2018/5/layout/IconCircleLabelList"/>
    <dgm:cxn modelId="{1DB35CD6-5E66-4005-9406-212C1187A7E0}" srcId="{3B692A65-4D53-4C06-AC83-10B91DA40699}" destId="{29921C20-336E-4BE3-957B-53BCA4A758ED}" srcOrd="3" destOrd="0" parTransId="{447C8D18-134A-4050-BBFF-FAA28D17BB6B}" sibTransId="{300E0FCD-97D6-496C-B700-53D007C5FFFF}"/>
    <dgm:cxn modelId="{DAC454DF-A688-406E-B672-9E36BFBCADA3}" type="presOf" srcId="{4E9AF9B3-9831-47AE-A0EC-12C4BBEDF745}" destId="{6AD8A65D-5671-4732-BEC9-ECC2D7B4463D}" srcOrd="0" destOrd="0" presId="urn:microsoft.com/office/officeart/2018/5/layout/IconCircleLabelList"/>
    <dgm:cxn modelId="{9E2B19E4-2D51-40B3-8446-9F607D863AEC}" srcId="{3B692A65-4D53-4C06-AC83-10B91DA40699}" destId="{B89BE120-09D5-4409-B42D-18D5C575E4D8}" srcOrd="4" destOrd="0" parTransId="{0E7C8059-4082-4F6E-B6F2-3DAB9C79EBC1}" sibTransId="{9BCE8C68-73B0-4999-A852-906ED1299754}"/>
    <dgm:cxn modelId="{6845E7EE-B12D-4983-804D-B45BAF4B8EF3}" type="presOf" srcId="{29921C20-336E-4BE3-957B-53BCA4A758ED}" destId="{6C3F2834-778F-4D87-85E7-9CD3EFD205B3}" srcOrd="0" destOrd="0" presId="urn:microsoft.com/office/officeart/2018/5/layout/IconCircleLabelList"/>
    <dgm:cxn modelId="{77080285-0FBC-410B-9CD7-5280306C270D}" type="presParOf" srcId="{399DE93E-F4C3-4D29-8C8F-21D9C8D2E2F1}" destId="{4F295572-FC4A-40F1-9B71-04EFCA166DB2}" srcOrd="0" destOrd="0" presId="urn:microsoft.com/office/officeart/2018/5/layout/IconCircleLabelList"/>
    <dgm:cxn modelId="{B4F7F9E5-077E-4C14-88C1-A52D8B30E02D}" type="presParOf" srcId="{4F295572-FC4A-40F1-9B71-04EFCA166DB2}" destId="{52CFD707-BAFA-43A8-8065-2ECECB34F5CE}" srcOrd="0" destOrd="0" presId="urn:microsoft.com/office/officeart/2018/5/layout/IconCircleLabelList"/>
    <dgm:cxn modelId="{4AD2D018-FA07-4C08-ACD9-69D78F481FD1}" type="presParOf" srcId="{4F295572-FC4A-40F1-9B71-04EFCA166DB2}" destId="{5B86436F-369A-411B-B036-ED1B56E56F74}" srcOrd="1" destOrd="0" presId="urn:microsoft.com/office/officeart/2018/5/layout/IconCircleLabelList"/>
    <dgm:cxn modelId="{D93D609C-9DE1-4518-B818-58F76B72F5CD}" type="presParOf" srcId="{4F295572-FC4A-40F1-9B71-04EFCA166DB2}" destId="{5508FEC9-7149-45C9-A27B-71DEF7803ED7}" srcOrd="2" destOrd="0" presId="urn:microsoft.com/office/officeart/2018/5/layout/IconCircleLabelList"/>
    <dgm:cxn modelId="{84F7C84E-E9F8-42EF-B928-C8E21238CDCD}" type="presParOf" srcId="{4F295572-FC4A-40F1-9B71-04EFCA166DB2}" destId="{6AD8A65D-5671-4732-BEC9-ECC2D7B4463D}" srcOrd="3" destOrd="0" presId="urn:microsoft.com/office/officeart/2018/5/layout/IconCircleLabelList"/>
    <dgm:cxn modelId="{4A733DDC-A005-42EF-A56D-DD974C25DC4B}" type="presParOf" srcId="{399DE93E-F4C3-4D29-8C8F-21D9C8D2E2F1}" destId="{878FDA3C-5261-4820-B2C4-C3EE07E7C7B2}" srcOrd="1" destOrd="0" presId="urn:microsoft.com/office/officeart/2018/5/layout/IconCircleLabelList"/>
    <dgm:cxn modelId="{A5C38B3D-E126-4C51-87CC-5D3B2AA0450D}" type="presParOf" srcId="{399DE93E-F4C3-4D29-8C8F-21D9C8D2E2F1}" destId="{27905618-97C5-47E9-8D02-45772FCCD33B}" srcOrd="2" destOrd="0" presId="urn:microsoft.com/office/officeart/2018/5/layout/IconCircleLabelList"/>
    <dgm:cxn modelId="{11F33B53-3EF8-45F3-9D0A-AFDED0AADBF6}" type="presParOf" srcId="{27905618-97C5-47E9-8D02-45772FCCD33B}" destId="{46E65B86-FB9F-4F87-A1E2-F4977A25ED4B}" srcOrd="0" destOrd="0" presId="urn:microsoft.com/office/officeart/2018/5/layout/IconCircleLabelList"/>
    <dgm:cxn modelId="{2C940A6D-5BFD-48EA-B5C7-D00FDFF3082C}" type="presParOf" srcId="{27905618-97C5-47E9-8D02-45772FCCD33B}" destId="{E0A7135A-9632-43B9-819B-8D7ED3FAE1C5}" srcOrd="1" destOrd="0" presId="urn:microsoft.com/office/officeart/2018/5/layout/IconCircleLabelList"/>
    <dgm:cxn modelId="{C2EE28D5-47E1-4CFD-976C-3FE4216D9E73}" type="presParOf" srcId="{27905618-97C5-47E9-8D02-45772FCCD33B}" destId="{1E7BB2CB-45CE-4088-B1B4-73A147B9F358}" srcOrd="2" destOrd="0" presId="urn:microsoft.com/office/officeart/2018/5/layout/IconCircleLabelList"/>
    <dgm:cxn modelId="{5609913D-231A-40D7-9B62-45656A45C82E}" type="presParOf" srcId="{27905618-97C5-47E9-8D02-45772FCCD33B}" destId="{8021BAE6-3436-4F7C-934C-6A38CE20288A}" srcOrd="3" destOrd="0" presId="urn:microsoft.com/office/officeart/2018/5/layout/IconCircleLabelList"/>
    <dgm:cxn modelId="{61B106F7-4680-43D7-A54D-E18FFFE88D5D}" type="presParOf" srcId="{399DE93E-F4C3-4D29-8C8F-21D9C8D2E2F1}" destId="{D79F7B4D-8BD3-4D81-9FBE-7124713EFD5D}" srcOrd="3" destOrd="0" presId="urn:microsoft.com/office/officeart/2018/5/layout/IconCircleLabelList"/>
    <dgm:cxn modelId="{73AAA245-7B15-4DDA-8D4A-F1197248D43B}" type="presParOf" srcId="{399DE93E-F4C3-4D29-8C8F-21D9C8D2E2F1}" destId="{43B13C5E-7B83-4881-8BFB-67EAD4F5F483}" srcOrd="4" destOrd="0" presId="urn:microsoft.com/office/officeart/2018/5/layout/IconCircleLabelList"/>
    <dgm:cxn modelId="{56A78116-B391-423A-A0B1-E4B83A49D082}" type="presParOf" srcId="{43B13C5E-7B83-4881-8BFB-67EAD4F5F483}" destId="{3EF2391D-14E7-41EB-959F-06014A8E4FE3}" srcOrd="0" destOrd="0" presId="urn:microsoft.com/office/officeart/2018/5/layout/IconCircleLabelList"/>
    <dgm:cxn modelId="{B78E53FC-266A-421D-AF46-E3CBE802FA53}" type="presParOf" srcId="{43B13C5E-7B83-4881-8BFB-67EAD4F5F483}" destId="{AC613636-323B-424A-9399-5064DFFC8B57}" srcOrd="1" destOrd="0" presId="urn:microsoft.com/office/officeart/2018/5/layout/IconCircleLabelList"/>
    <dgm:cxn modelId="{5A96BB6E-2995-4453-90A9-F75467C29121}" type="presParOf" srcId="{43B13C5E-7B83-4881-8BFB-67EAD4F5F483}" destId="{D908A798-D975-4251-9C6D-7F1D7392CA6D}" srcOrd="2" destOrd="0" presId="urn:microsoft.com/office/officeart/2018/5/layout/IconCircleLabelList"/>
    <dgm:cxn modelId="{FB04C9F7-9B0D-44A6-8FB0-E2A6CAEDA9CB}" type="presParOf" srcId="{43B13C5E-7B83-4881-8BFB-67EAD4F5F483}" destId="{1A30A8B3-9B42-462F-9ADA-00A693ED197A}" srcOrd="3" destOrd="0" presId="urn:microsoft.com/office/officeart/2018/5/layout/IconCircleLabelList"/>
    <dgm:cxn modelId="{FF12B14E-28F1-45BE-93D9-D1B4030A7740}" type="presParOf" srcId="{399DE93E-F4C3-4D29-8C8F-21D9C8D2E2F1}" destId="{D1DCACBB-89C3-42E6-8F80-D3C0B558DD12}" srcOrd="5" destOrd="0" presId="urn:microsoft.com/office/officeart/2018/5/layout/IconCircleLabelList"/>
    <dgm:cxn modelId="{28524E31-9119-46A6-9017-16651C144059}" type="presParOf" srcId="{399DE93E-F4C3-4D29-8C8F-21D9C8D2E2F1}" destId="{6725EFE0-CF84-43C9-86C7-319499881112}" srcOrd="6" destOrd="0" presId="urn:microsoft.com/office/officeart/2018/5/layout/IconCircleLabelList"/>
    <dgm:cxn modelId="{790EBA4F-C20A-4423-A8E1-E943359ED6A3}" type="presParOf" srcId="{6725EFE0-CF84-43C9-86C7-319499881112}" destId="{7717738F-C04F-42A0-BA9A-B81B1840D517}" srcOrd="0" destOrd="0" presId="urn:microsoft.com/office/officeart/2018/5/layout/IconCircleLabelList"/>
    <dgm:cxn modelId="{452B15A1-99E4-4B92-8B27-81F8AA7243BE}" type="presParOf" srcId="{6725EFE0-CF84-43C9-86C7-319499881112}" destId="{22932120-D745-4E7C-92BA-D3855EE2BCDB}" srcOrd="1" destOrd="0" presId="urn:microsoft.com/office/officeart/2018/5/layout/IconCircleLabelList"/>
    <dgm:cxn modelId="{084C1985-42A1-44B9-B1B9-3E0FD0E0043C}" type="presParOf" srcId="{6725EFE0-CF84-43C9-86C7-319499881112}" destId="{AB87338C-1DB2-4514-93F7-7D391CACD83E}" srcOrd="2" destOrd="0" presId="urn:microsoft.com/office/officeart/2018/5/layout/IconCircleLabelList"/>
    <dgm:cxn modelId="{E99AEFC7-C2F4-43AC-B223-C00C40E51B72}" type="presParOf" srcId="{6725EFE0-CF84-43C9-86C7-319499881112}" destId="{6C3F2834-778F-4D87-85E7-9CD3EFD205B3}" srcOrd="3" destOrd="0" presId="urn:microsoft.com/office/officeart/2018/5/layout/IconCircleLabelList"/>
    <dgm:cxn modelId="{F7D17C9E-0F3A-4381-B88A-39EA56FD0DBA}" type="presParOf" srcId="{399DE93E-F4C3-4D29-8C8F-21D9C8D2E2F1}" destId="{51FE611F-115B-4913-8354-2F5E97572153}" srcOrd="7" destOrd="0" presId="urn:microsoft.com/office/officeart/2018/5/layout/IconCircleLabelList"/>
    <dgm:cxn modelId="{10ED4C27-A275-4522-A6BD-BC72737D3FDE}" type="presParOf" srcId="{399DE93E-F4C3-4D29-8C8F-21D9C8D2E2F1}" destId="{A6429D55-3784-41ED-BB34-74FE1C02E7A6}" srcOrd="8" destOrd="0" presId="urn:microsoft.com/office/officeart/2018/5/layout/IconCircleLabelList"/>
    <dgm:cxn modelId="{92709FB1-BD39-4EC4-8095-930F6F64FB88}" type="presParOf" srcId="{A6429D55-3784-41ED-BB34-74FE1C02E7A6}" destId="{1FB4750E-21B3-48C4-85FC-349C8A6CA12D}" srcOrd="0" destOrd="0" presId="urn:microsoft.com/office/officeart/2018/5/layout/IconCircleLabelList"/>
    <dgm:cxn modelId="{966ED9FC-28F0-4D78-AF18-8ADFAB5FB2C9}" type="presParOf" srcId="{A6429D55-3784-41ED-BB34-74FE1C02E7A6}" destId="{CFA37C76-88B7-4EDE-99A9-651E2D031F1B}" srcOrd="1" destOrd="0" presId="urn:microsoft.com/office/officeart/2018/5/layout/IconCircleLabelList"/>
    <dgm:cxn modelId="{16B283D9-1703-4D54-B39A-461692022AC1}" type="presParOf" srcId="{A6429D55-3784-41ED-BB34-74FE1C02E7A6}" destId="{ACF6B70C-99AA-4BF5-8A57-C66FD987FB12}" srcOrd="2" destOrd="0" presId="urn:microsoft.com/office/officeart/2018/5/layout/IconCircleLabelList"/>
    <dgm:cxn modelId="{D0D1E077-D87D-4150-81DB-C92A7121584A}" type="presParOf" srcId="{A6429D55-3784-41ED-BB34-74FE1C02E7A6}" destId="{97B5EBE7-24CD-482B-B548-7564E08EE00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D8080C2-C786-45A1-B378-0D2175A38E27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E44BBB-7188-4B7C-B93B-AB82F9954F26}">
      <dgm:prSet/>
      <dgm:spPr/>
      <dgm:t>
        <a:bodyPr/>
        <a:lstStyle/>
        <a:p>
          <a:r>
            <a:rPr lang="en-US"/>
            <a:t>KPIs are computed dynamically from database data</a:t>
          </a:r>
        </a:p>
      </dgm:t>
    </dgm:pt>
    <dgm:pt modelId="{7D943ADC-392F-48C6-AAD1-B7D965A3866E}" type="parTrans" cxnId="{1979459B-7983-486D-9F6B-9E12E7D690D1}">
      <dgm:prSet/>
      <dgm:spPr/>
      <dgm:t>
        <a:bodyPr/>
        <a:lstStyle/>
        <a:p>
          <a:endParaRPr lang="en-US"/>
        </a:p>
      </dgm:t>
    </dgm:pt>
    <dgm:pt modelId="{0F952053-FAE4-4CB6-80D8-EA50A962990E}" type="sibTrans" cxnId="{1979459B-7983-486D-9F6B-9E12E7D690D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6FEEA93C-0B46-442E-9BCB-C2B27535DC62}">
      <dgm:prSet/>
      <dgm:spPr/>
      <dgm:t>
        <a:bodyPr/>
        <a:lstStyle/>
        <a:p>
          <a:r>
            <a:rPr lang="en-US"/>
            <a:t>Charts display per-unit comparisons and trends</a:t>
          </a:r>
        </a:p>
      </dgm:t>
    </dgm:pt>
    <dgm:pt modelId="{39E41B70-D265-4060-8140-F415E39E0A53}" type="parTrans" cxnId="{F9712CDE-6F88-4447-8FBB-032855212653}">
      <dgm:prSet/>
      <dgm:spPr/>
      <dgm:t>
        <a:bodyPr/>
        <a:lstStyle/>
        <a:p>
          <a:endParaRPr lang="en-US"/>
        </a:p>
      </dgm:t>
    </dgm:pt>
    <dgm:pt modelId="{E4F04CD0-4118-4505-9525-A308087BF76C}" type="sibTrans" cxnId="{F9712CDE-6F88-4447-8FBB-032855212653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9C193D4-A6D6-4EA9-8876-5D1D65BC72EB}">
      <dgm:prSet/>
      <dgm:spPr/>
      <dgm:t>
        <a:bodyPr/>
        <a:lstStyle/>
        <a:p>
          <a:r>
            <a:rPr lang="en-US"/>
            <a:t>Unit row click opens invoice breakdown panel</a:t>
          </a:r>
        </a:p>
      </dgm:t>
    </dgm:pt>
    <dgm:pt modelId="{7842B777-87A2-4ED4-8B09-F244C58CA6AF}" type="parTrans" cxnId="{D23C6ABF-3E3C-4D9D-B0D4-0F5895F22238}">
      <dgm:prSet/>
      <dgm:spPr/>
      <dgm:t>
        <a:bodyPr/>
        <a:lstStyle/>
        <a:p>
          <a:endParaRPr lang="en-US"/>
        </a:p>
      </dgm:t>
    </dgm:pt>
    <dgm:pt modelId="{41BC9637-B51B-478F-9BBF-058C97B0561E}" type="sibTrans" cxnId="{D23C6ABF-3E3C-4D9D-B0D4-0F5895F22238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E89A0E54-3DD6-49E4-918A-34AAF5DC2306}" type="pres">
      <dgm:prSet presAssocID="{4D8080C2-C786-45A1-B378-0D2175A38E27}" presName="Name0" presStyleCnt="0">
        <dgm:presLayoutVars>
          <dgm:animLvl val="lvl"/>
          <dgm:resizeHandles val="exact"/>
        </dgm:presLayoutVars>
      </dgm:prSet>
      <dgm:spPr/>
    </dgm:pt>
    <dgm:pt modelId="{FC22C7F2-4241-4576-BF6A-B1A28D760CD0}" type="pres">
      <dgm:prSet presAssocID="{61E44BBB-7188-4B7C-B93B-AB82F9954F26}" presName="compositeNode" presStyleCnt="0">
        <dgm:presLayoutVars>
          <dgm:bulletEnabled val="1"/>
        </dgm:presLayoutVars>
      </dgm:prSet>
      <dgm:spPr/>
    </dgm:pt>
    <dgm:pt modelId="{CF94A932-F5D1-4B25-B9F5-4BFB01962089}" type="pres">
      <dgm:prSet presAssocID="{61E44BBB-7188-4B7C-B93B-AB82F9954F26}" presName="bgRect" presStyleLbl="alignNode1" presStyleIdx="0" presStyleCnt="3"/>
      <dgm:spPr/>
    </dgm:pt>
    <dgm:pt modelId="{B3F76E5E-72C2-4847-B925-D8A392971641}" type="pres">
      <dgm:prSet presAssocID="{0F952053-FAE4-4CB6-80D8-EA50A962990E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EDC582E5-DDA6-4692-B773-A5DAFF1A9FE8}" type="pres">
      <dgm:prSet presAssocID="{61E44BBB-7188-4B7C-B93B-AB82F9954F26}" presName="nodeRect" presStyleLbl="alignNode1" presStyleIdx="0" presStyleCnt="3">
        <dgm:presLayoutVars>
          <dgm:bulletEnabled val="1"/>
        </dgm:presLayoutVars>
      </dgm:prSet>
      <dgm:spPr/>
    </dgm:pt>
    <dgm:pt modelId="{1CB2D1CA-F81F-46D3-AFCA-52336BD898A3}" type="pres">
      <dgm:prSet presAssocID="{0F952053-FAE4-4CB6-80D8-EA50A962990E}" presName="sibTrans" presStyleCnt="0"/>
      <dgm:spPr/>
    </dgm:pt>
    <dgm:pt modelId="{5E8C9BFC-AA26-4677-A73A-644586209D03}" type="pres">
      <dgm:prSet presAssocID="{6FEEA93C-0B46-442E-9BCB-C2B27535DC62}" presName="compositeNode" presStyleCnt="0">
        <dgm:presLayoutVars>
          <dgm:bulletEnabled val="1"/>
        </dgm:presLayoutVars>
      </dgm:prSet>
      <dgm:spPr/>
    </dgm:pt>
    <dgm:pt modelId="{42911E17-A29D-4470-AB16-DC71AB90CBD1}" type="pres">
      <dgm:prSet presAssocID="{6FEEA93C-0B46-442E-9BCB-C2B27535DC62}" presName="bgRect" presStyleLbl="alignNode1" presStyleIdx="1" presStyleCnt="3"/>
      <dgm:spPr/>
    </dgm:pt>
    <dgm:pt modelId="{BCA8ED84-65B3-4C2A-88C6-CE3DBE37FFE3}" type="pres">
      <dgm:prSet presAssocID="{E4F04CD0-4118-4505-9525-A308087BF76C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91BB7E97-7E89-4B8A-AC6B-E1AE71B2F8F6}" type="pres">
      <dgm:prSet presAssocID="{6FEEA93C-0B46-442E-9BCB-C2B27535DC62}" presName="nodeRect" presStyleLbl="alignNode1" presStyleIdx="1" presStyleCnt="3">
        <dgm:presLayoutVars>
          <dgm:bulletEnabled val="1"/>
        </dgm:presLayoutVars>
      </dgm:prSet>
      <dgm:spPr/>
    </dgm:pt>
    <dgm:pt modelId="{CC9480F0-7D19-40B3-8DB7-7382092307DF}" type="pres">
      <dgm:prSet presAssocID="{E4F04CD0-4118-4505-9525-A308087BF76C}" presName="sibTrans" presStyleCnt="0"/>
      <dgm:spPr/>
    </dgm:pt>
    <dgm:pt modelId="{E9BA55DE-9ABD-441C-BDDE-C4C731ABBA50}" type="pres">
      <dgm:prSet presAssocID="{79C193D4-A6D6-4EA9-8876-5D1D65BC72EB}" presName="compositeNode" presStyleCnt="0">
        <dgm:presLayoutVars>
          <dgm:bulletEnabled val="1"/>
        </dgm:presLayoutVars>
      </dgm:prSet>
      <dgm:spPr/>
    </dgm:pt>
    <dgm:pt modelId="{F74D7CF8-5D32-4293-B1BB-07C022F4244D}" type="pres">
      <dgm:prSet presAssocID="{79C193D4-A6D6-4EA9-8876-5D1D65BC72EB}" presName="bgRect" presStyleLbl="alignNode1" presStyleIdx="2" presStyleCnt="3"/>
      <dgm:spPr/>
    </dgm:pt>
    <dgm:pt modelId="{CC71E6B7-CB2E-486C-8ED7-2AFA2A9B18BC}" type="pres">
      <dgm:prSet presAssocID="{41BC9637-B51B-478F-9BBF-058C97B0561E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B594F160-E1A1-4C4C-8CAE-F98197E7FF38}" type="pres">
      <dgm:prSet presAssocID="{79C193D4-A6D6-4EA9-8876-5D1D65BC72EB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A405CB0D-26B0-4743-AB10-C688D77750D6}" type="presOf" srcId="{79C193D4-A6D6-4EA9-8876-5D1D65BC72EB}" destId="{F74D7CF8-5D32-4293-B1BB-07C022F4244D}" srcOrd="0" destOrd="0" presId="urn:microsoft.com/office/officeart/2016/7/layout/LinearBlockProcessNumbered"/>
    <dgm:cxn modelId="{DC2D3517-5EFE-49DD-A2A2-329B21D9271D}" type="presOf" srcId="{79C193D4-A6D6-4EA9-8876-5D1D65BC72EB}" destId="{B594F160-E1A1-4C4C-8CAE-F98197E7FF38}" srcOrd="1" destOrd="0" presId="urn:microsoft.com/office/officeart/2016/7/layout/LinearBlockProcessNumbered"/>
    <dgm:cxn modelId="{CB1FA735-CAE0-47CE-8915-190DDC899C6E}" type="presOf" srcId="{6FEEA93C-0B46-442E-9BCB-C2B27535DC62}" destId="{91BB7E97-7E89-4B8A-AC6B-E1AE71B2F8F6}" srcOrd="1" destOrd="0" presId="urn:microsoft.com/office/officeart/2016/7/layout/LinearBlockProcessNumbered"/>
    <dgm:cxn modelId="{5F80BD80-AE21-4C9D-B96E-17BB1B368B13}" type="presOf" srcId="{41BC9637-B51B-478F-9BBF-058C97B0561E}" destId="{CC71E6B7-CB2E-486C-8ED7-2AFA2A9B18BC}" srcOrd="0" destOrd="0" presId="urn:microsoft.com/office/officeart/2016/7/layout/LinearBlockProcessNumbered"/>
    <dgm:cxn modelId="{A7E8B483-D602-4A52-865B-29D698813E3A}" type="presOf" srcId="{61E44BBB-7188-4B7C-B93B-AB82F9954F26}" destId="{EDC582E5-DDA6-4692-B773-A5DAFF1A9FE8}" srcOrd="1" destOrd="0" presId="urn:microsoft.com/office/officeart/2016/7/layout/LinearBlockProcessNumbered"/>
    <dgm:cxn modelId="{A4B45F85-122E-404A-AE58-71EBE84AF236}" type="presOf" srcId="{4D8080C2-C786-45A1-B378-0D2175A38E27}" destId="{E89A0E54-3DD6-49E4-918A-34AAF5DC2306}" srcOrd="0" destOrd="0" presId="urn:microsoft.com/office/officeart/2016/7/layout/LinearBlockProcessNumbered"/>
    <dgm:cxn modelId="{0BF8629B-4AE5-4264-87F4-41C9EFB394FF}" type="presOf" srcId="{E4F04CD0-4118-4505-9525-A308087BF76C}" destId="{BCA8ED84-65B3-4C2A-88C6-CE3DBE37FFE3}" srcOrd="0" destOrd="0" presId="urn:microsoft.com/office/officeart/2016/7/layout/LinearBlockProcessNumbered"/>
    <dgm:cxn modelId="{1979459B-7983-486D-9F6B-9E12E7D690D1}" srcId="{4D8080C2-C786-45A1-B378-0D2175A38E27}" destId="{61E44BBB-7188-4B7C-B93B-AB82F9954F26}" srcOrd="0" destOrd="0" parTransId="{7D943ADC-392F-48C6-AAD1-B7D965A3866E}" sibTransId="{0F952053-FAE4-4CB6-80D8-EA50A962990E}"/>
    <dgm:cxn modelId="{A609D7B6-DC6D-47B1-938E-D119B9F4DC20}" type="presOf" srcId="{6FEEA93C-0B46-442E-9BCB-C2B27535DC62}" destId="{42911E17-A29D-4470-AB16-DC71AB90CBD1}" srcOrd="0" destOrd="0" presId="urn:microsoft.com/office/officeart/2016/7/layout/LinearBlockProcessNumbered"/>
    <dgm:cxn modelId="{D23C6ABF-3E3C-4D9D-B0D4-0F5895F22238}" srcId="{4D8080C2-C786-45A1-B378-0D2175A38E27}" destId="{79C193D4-A6D6-4EA9-8876-5D1D65BC72EB}" srcOrd="2" destOrd="0" parTransId="{7842B777-87A2-4ED4-8B09-F244C58CA6AF}" sibTransId="{41BC9637-B51B-478F-9BBF-058C97B0561E}"/>
    <dgm:cxn modelId="{F19C7EC9-0E6C-43C4-9349-F17EA1F03D66}" type="presOf" srcId="{61E44BBB-7188-4B7C-B93B-AB82F9954F26}" destId="{CF94A932-F5D1-4B25-B9F5-4BFB01962089}" srcOrd="0" destOrd="0" presId="urn:microsoft.com/office/officeart/2016/7/layout/LinearBlockProcessNumbered"/>
    <dgm:cxn modelId="{F9712CDE-6F88-4447-8FBB-032855212653}" srcId="{4D8080C2-C786-45A1-B378-0D2175A38E27}" destId="{6FEEA93C-0B46-442E-9BCB-C2B27535DC62}" srcOrd="1" destOrd="0" parTransId="{39E41B70-D265-4060-8140-F415E39E0A53}" sibTransId="{E4F04CD0-4118-4505-9525-A308087BF76C}"/>
    <dgm:cxn modelId="{BDB8C7F3-D9B4-4E56-AF9C-A3C72A27DE7E}" type="presOf" srcId="{0F952053-FAE4-4CB6-80D8-EA50A962990E}" destId="{B3F76E5E-72C2-4847-B925-D8A392971641}" srcOrd="0" destOrd="0" presId="urn:microsoft.com/office/officeart/2016/7/layout/LinearBlockProcessNumbered"/>
    <dgm:cxn modelId="{0DA943A6-0053-4F08-87CF-61BA722A4181}" type="presParOf" srcId="{E89A0E54-3DD6-49E4-918A-34AAF5DC2306}" destId="{FC22C7F2-4241-4576-BF6A-B1A28D760CD0}" srcOrd="0" destOrd="0" presId="urn:microsoft.com/office/officeart/2016/7/layout/LinearBlockProcessNumbered"/>
    <dgm:cxn modelId="{DD8CA847-87F3-4350-8565-0606E49471B3}" type="presParOf" srcId="{FC22C7F2-4241-4576-BF6A-B1A28D760CD0}" destId="{CF94A932-F5D1-4B25-B9F5-4BFB01962089}" srcOrd="0" destOrd="0" presId="urn:microsoft.com/office/officeart/2016/7/layout/LinearBlockProcessNumbered"/>
    <dgm:cxn modelId="{6B6FD4AF-80C2-4DDD-B6E7-4E2B26982AA0}" type="presParOf" srcId="{FC22C7F2-4241-4576-BF6A-B1A28D760CD0}" destId="{B3F76E5E-72C2-4847-B925-D8A392971641}" srcOrd="1" destOrd="0" presId="urn:microsoft.com/office/officeart/2016/7/layout/LinearBlockProcessNumbered"/>
    <dgm:cxn modelId="{4E46B39A-96F0-459F-81FF-9B687EA5A34F}" type="presParOf" srcId="{FC22C7F2-4241-4576-BF6A-B1A28D760CD0}" destId="{EDC582E5-DDA6-4692-B773-A5DAFF1A9FE8}" srcOrd="2" destOrd="0" presId="urn:microsoft.com/office/officeart/2016/7/layout/LinearBlockProcessNumbered"/>
    <dgm:cxn modelId="{F7178AF3-A0AB-4DD2-AF93-B8CCE6BE654B}" type="presParOf" srcId="{E89A0E54-3DD6-49E4-918A-34AAF5DC2306}" destId="{1CB2D1CA-F81F-46D3-AFCA-52336BD898A3}" srcOrd="1" destOrd="0" presId="urn:microsoft.com/office/officeart/2016/7/layout/LinearBlockProcessNumbered"/>
    <dgm:cxn modelId="{48193AAE-6477-4DAC-BEF9-A2C6344E19C7}" type="presParOf" srcId="{E89A0E54-3DD6-49E4-918A-34AAF5DC2306}" destId="{5E8C9BFC-AA26-4677-A73A-644586209D03}" srcOrd="2" destOrd="0" presId="urn:microsoft.com/office/officeart/2016/7/layout/LinearBlockProcessNumbered"/>
    <dgm:cxn modelId="{1453F227-9920-4986-B0B6-6F1CF71BF1F2}" type="presParOf" srcId="{5E8C9BFC-AA26-4677-A73A-644586209D03}" destId="{42911E17-A29D-4470-AB16-DC71AB90CBD1}" srcOrd="0" destOrd="0" presId="urn:microsoft.com/office/officeart/2016/7/layout/LinearBlockProcessNumbered"/>
    <dgm:cxn modelId="{D482338C-5BAE-4C68-93A9-D79A365DE7C4}" type="presParOf" srcId="{5E8C9BFC-AA26-4677-A73A-644586209D03}" destId="{BCA8ED84-65B3-4C2A-88C6-CE3DBE37FFE3}" srcOrd="1" destOrd="0" presId="urn:microsoft.com/office/officeart/2016/7/layout/LinearBlockProcessNumbered"/>
    <dgm:cxn modelId="{D300FA34-D39C-4E4E-B74B-BF0C5355C1C6}" type="presParOf" srcId="{5E8C9BFC-AA26-4677-A73A-644586209D03}" destId="{91BB7E97-7E89-4B8A-AC6B-E1AE71B2F8F6}" srcOrd="2" destOrd="0" presId="urn:microsoft.com/office/officeart/2016/7/layout/LinearBlockProcessNumbered"/>
    <dgm:cxn modelId="{889CEE9B-D1F5-4155-BB12-54C35B55067C}" type="presParOf" srcId="{E89A0E54-3DD6-49E4-918A-34AAF5DC2306}" destId="{CC9480F0-7D19-40B3-8DB7-7382092307DF}" srcOrd="3" destOrd="0" presId="urn:microsoft.com/office/officeart/2016/7/layout/LinearBlockProcessNumbered"/>
    <dgm:cxn modelId="{6CAC9C09-48F3-4F88-B8F2-A79A380315A5}" type="presParOf" srcId="{E89A0E54-3DD6-49E4-918A-34AAF5DC2306}" destId="{E9BA55DE-9ABD-441C-BDDE-C4C731ABBA50}" srcOrd="4" destOrd="0" presId="urn:microsoft.com/office/officeart/2016/7/layout/LinearBlockProcessNumbered"/>
    <dgm:cxn modelId="{B9E405AA-FF3C-44C0-AE6F-C3973239608E}" type="presParOf" srcId="{E9BA55DE-9ABD-441C-BDDE-C4C731ABBA50}" destId="{F74D7CF8-5D32-4293-B1BB-07C022F4244D}" srcOrd="0" destOrd="0" presId="urn:microsoft.com/office/officeart/2016/7/layout/LinearBlockProcessNumbered"/>
    <dgm:cxn modelId="{9B32A153-88AB-4B7E-9090-90F05D005028}" type="presParOf" srcId="{E9BA55DE-9ABD-441C-BDDE-C4C731ABBA50}" destId="{CC71E6B7-CB2E-486C-8ED7-2AFA2A9B18BC}" srcOrd="1" destOrd="0" presId="urn:microsoft.com/office/officeart/2016/7/layout/LinearBlockProcessNumbered"/>
    <dgm:cxn modelId="{A677976B-1A65-44F0-851E-B75CF0056BDD}" type="presParOf" srcId="{E9BA55DE-9ABD-441C-BDDE-C4C731ABBA50}" destId="{B594F160-E1A1-4C4C-8CAE-F98197E7FF3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1629E8F-8BEA-453A-A5DD-3844CC48615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DCBEEE4-2F66-4F49-A02C-58C7A84BBEC9}">
      <dgm:prSet/>
      <dgm:spPr/>
      <dgm:t>
        <a:bodyPr/>
        <a:lstStyle/>
        <a:p>
          <a:pPr>
            <a:defRPr cap="all"/>
          </a:pPr>
          <a:r>
            <a:rPr lang="en-US"/>
            <a:t>Group readings by unit and day to compute daily totals</a:t>
          </a:r>
        </a:p>
      </dgm:t>
    </dgm:pt>
    <dgm:pt modelId="{03F57F9E-D947-4AA1-A6C5-F42CCA56E8FA}" type="parTrans" cxnId="{142D0ACB-3ABF-401C-A4E1-B4280F4C08C5}">
      <dgm:prSet/>
      <dgm:spPr/>
      <dgm:t>
        <a:bodyPr/>
        <a:lstStyle/>
        <a:p>
          <a:endParaRPr lang="en-US"/>
        </a:p>
      </dgm:t>
    </dgm:pt>
    <dgm:pt modelId="{F5B1B965-08EF-4E82-BE0F-D8098D3DE924}" type="sibTrans" cxnId="{142D0ACB-3ABF-401C-A4E1-B4280F4C08C5}">
      <dgm:prSet/>
      <dgm:spPr/>
      <dgm:t>
        <a:bodyPr/>
        <a:lstStyle/>
        <a:p>
          <a:endParaRPr lang="en-US"/>
        </a:p>
      </dgm:t>
    </dgm:pt>
    <dgm:pt modelId="{AAD64B80-41C8-48B6-A413-2578E92E1E12}">
      <dgm:prSet/>
      <dgm:spPr/>
      <dgm:t>
        <a:bodyPr/>
        <a:lstStyle/>
        <a:p>
          <a:pPr>
            <a:defRPr cap="all"/>
          </a:pPr>
          <a:r>
            <a:rPr lang="en-US"/>
            <a:t>Compute AvgDailyKwh and MaxDailyKwh per unit</a:t>
          </a:r>
        </a:p>
      </dgm:t>
    </dgm:pt>
    <dgm:pt modelId="{08CCDEF3-A125-44E4-A0BC-77AA69BDEEDD}" type="parTrans" cxnId="{CCA73F90-385B-4AC3-BFBF-02156F4B49F1}">
      <dgm:prSet/>
      <dgm:spPr/>
      <dgm:t>
        <a:bodyPr/>
        <a:lstStyle/>
        <a:p>
          <a:endParaRPr lang="en-US"/>
        </a:p>
      </dgm:t>
    </dgm:pt>
    <dgm:pt modelId="{339C4952-CA9F-45D5-9516-5E6FAA2793D9}" type="sibTrans" cxnId="{CCA73F90-385B-4AC3-BFBF-02156F4B49F1}">
      <dgm:prSet/>
      <dgm:spPr/>
      <dgm:t>
        <a:bodyPr/>
        <a:lstStyle/>
        <a:p>
          <a:endParaRPr lang="en-US"/>
        </a:p>
      </dgm:t>
    </dgm:pt>
    <dgm:pt modelId="{550BFC5E-2EC1-41D7-A170-D455C0E90B96}">
      <dgm:prSet/>
      <dgm:spPr/>
      <dgm:t>
        <a:bodyPr/>
        <a:lstStyle/>
        <a:p>
          <a:pPr>
            <a:defRPr cap="all"/>
          </a:pPr>
          <a:r>
            <a:rPr lang="en-US"/>
            <a:t>Flag spike when MaxDailyKwh exceeds threshold</a:t>
          </a:r>
        </a:p>
      </dgm:t>
    </dgm:pt>
    <dgm:pt modelId="{4F084BE4-1877-42BE-9960-FA43075BE4E9}" type="parTrans" cxnId="{3D5B2D15-0AC0-4878-A6A2-E3F9BE8D42D3}">
      <dgm:prSet/>
      <dgm:spPr/>
      <dgm:t>
        <a:bodyPr/>
        <a:lstStyle/>
        <a:p>
          <a:endParaRPr lang="en-US"/>
        </a:p>
      </dgm:t>
    </dgm:pt>
    <dgm:pt modelId="{B9DDBDB9-F1C7-400B-B2C9-5FAFC47050BA}" type="sibTrans" cxnId="{3D5B2D15-0AC0-4878-A6A2-E3F9BE8D42D3}">
      <dgm:prSet/>
      <dgm:spPr/>
      <dgm:t>
        <a:bodyPr/>
        <a:lstStyle/>
        <a:p>
          <a:endParaRPr lang="en-US"/>
        </a:p>
      </dgm:t>
    </dgm:pt>
    <dgm:pt modelId="{11824938-AB66-4E99-A345-01BB236E5563}" type="pres">
      <dgm:prSet presAssocID="{11629E8F-8BEA-453A-A5DD-3844CC486159}" presName="root" presStyleCnt="0">
        <dgm:presLayoutVars>
          <dgm:dir/>
          <dgm:resizeHandles val="exact"/>
        </dgm:presLayoutVars>
      </dgm:prSet>
      <dgm:spPr/>
    </dgm:pt>
    <dgm:pt modelId="{E700486C-FC69-4E76-AC23-FEDAE1E5087F}" type="pres">
      <dgm:prSet presAssocID="{8DCBEEE4-2F66-4F49-A02C-58C7A84BBEC9}" presName="compNode" presStyleCnt="0"/>
      <dgm:spPr/>
    </dgm:pt>
    <dgm:pt modelId="{BECC4D53-1CD1-48B5-B54C-39828C397978}" type="pres">
      <dgm:prSet presAssocID="{8DCBEEE4-2F66-4F49-A02C-58C7A84BBEC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E0CE0CC-B991-450E-A2B2-CE41EAAEFC69}" type="pres">
      <dgm:prSet presAssocID="{8DCBEEE4-2F66-4F49-A02C-58C7A84BBE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FE3953AF-BC07-4FA1-8EE7-7B104FDA3F18}" type="pres">
      <dgm:prSet presAssocID="{8DCBEEE4-2F66-4F49-A02C-58C7A84BBEC9}" presName="spaceRect" presStyleCnt="0"/>
      <dgm:spPr/>
    </dgm:pt>
    <dgm:pt modelId="{81BCAE6F-62AC-4CC5-BDAA-664DBE1D4FDF}" type="pres">
      <dgm:prSet presAssocID="{8DCBEEE4-2F66-4F49-A02C-58C7A84BBEC9}" presName="textRect" presStyleLbl="revTx" presStyleIdx="0" presStyleCnt="3">
        <dgm:presLayoutVars>
          <dgm:chMax val="1"/>
          <dgm:chPref val="1"/>
        </dgm:presLayoutVars>
      </dgm:prSet>
      <dgm:spPr/>
    </dgm:pt>
    <dgm:pt modelId="{E5F8FEA0-2F53-4184-9368-2EEF752BDC90}" type="pres">
      <dgm:prSet presAssocID="{F5B1B965-08EF-4E82-BE0F-D8098D3DE924}" presName="sibTrans" presStyleCnt="0"/>
      <dgm:spPr/>
    </dgm:pt>
    <dgm:pt modelId="{B1BE1C3B-2C6E-4702-B8D8-26D2CCA8F21F}" type="pres">
      <dgm:prSet presAssocID="{AAD64B80-41C8-48B6-A413-2578E92E1E12}" presName="compNode" presStyleCnt="0"/>
      <dgm:spPr/>
    </dgm:pt>
    <dgm:pt modelId="{52EE00E2-B34D-455B-B516-D0DEBF440755}" type="pres">
      <dgm:prSet presAssocID="{AAD64B80-41C8-48B6-A413-2578E92E1E12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F8D5225-C596-4ED5-BD2C-72EF1FA3632C}" type="pres">
      <dgm:prSet presAssocID="{AAD64B80-41C8-48B6-A413-2578E92E1E1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5DC25FF-DCE0-49EA-A26B-09A712E8A0A4}" type="pres">
      <dgm:prSet presAssocID="{AAD64B80-41C8-48B6-A413-2578E92E1E12}" presName="spaceRect" presStyleCnt="0"/>
      <dgm:spPr/>
    </dgm:pt>
    <dgm:pt modelId="{6BCC1C5B-CB28-4B1E-B949-5E1A0471AA62}" type="pres">
      <dgm:prSet presAssocID="{AAD64B80-41C8-48B6-A413-2578E92E1E12}" presName="textRect" presStyleLbl="revTx" presStyleIdx="1" presStyleCnt="3">
        <dgm:presLayoutVars>
          <dgm:chMax val="1"/>
          <dgm:chPref val="1"/>
        </dgm:presLayoutVars>
      </dgm:prSet>
      <dgm:spPr/>
    </dgm:pt>
    <dgm:pt modelId="{AFB5C909-D10A-49D6-AEFF-88CCED9B83D2}" type="pres">
      <dgm:prSet presAssocID="{339C4952-CA9F-45D5-9516-5E6FAA2793D9}" presName="sibTrans" presStyleCnt="0"/>
      <dgm:spPr/>
    </dgm:pt>
    <dgm:pt modelId="{9FE01454-1DAC-4FF7-9CA3-62F4AB91C3A9}" type="pres">
      <dgm:prSet presAssocID="{550BFC5E-2EC1-41D7-A170-D455C0E90B96}" presName="compNode" presStyleCnt="0"/>
      <dgm:spPr/>
    </dgm:pt>
    <dgm:pt modelId="{4FE38A6A-F965-46C6-8CAA-231BEDAF78F0}" type="pres">
      <dgm:prSet presAssocID="{550BFC5E-2EC1-41D7-A170-D455C0E90B9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C32FF48-2D4E-4D56-8D38-FF95981F00EC}" type="pres">
      <dgm:prSet presAssocID="{550BFC5E-2EC1-41D7-A170-D455C0E90B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3482FED6-0A35-455A-B9DB-D15F8597B8FD}" type="pres">
      <dgm:prSet presAssocID="{550BFC5E-2EC1-41D7-A170-D455C0E90B96}" presName="spaceRect" presStyleCnt="0"/>
      <dgm:spPr/>
    </dgm:pt>
    <dgm:pt modelId="{546E645C-F9D0-4424-B256-761C11324578}" type="pres">
      <dgm:prSet presAssocID="{550BFC5E-2EC1-41D7-A170-D455C0E90B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D5B2D15-0AC0-4878-A6A2-E3F9BE8D42D3}" srcId="{11629E8F-8BEA-453A-A5DD-3844CC486159}" destId="{550BFC5E-2EC1-41D7-A170-D455C0E90B96}" srcOrd="2" destOrd="0" parTransId="{4F084BE4-1877-42BE-9960-FA43075BE4E9}" sibTransId="{B9DDBDB9-F1C7-400B-B2C9-5FAFC47050BA}"/>
    <dgm:cxn modelId="{17FFD34B-A203-4E9A-AB8D-5178CF0B85BC}" type="presOf" srcId="{550BFC5E-2EC1-41D7-A170-D455C0E90B96}" destId="{546E645C-F9D0-4424-B256-761C11324578}" srcOrd="0" destOrd="0" presId="urn:microsoft.com/office/officeart/2018/5/layout/IconLeafLabelList"/>
    <dgm:cxn modelId="{3A5EDD76-4B58-41A7-9949-4F84C71614A0}" type="presOf" srcId="{8DCBEEE4-2F66-4F49-A02C-58C7A84BBEC9}" destId="{81BCAE6F-62AC-4CC5-BDAA-664DBE1D4FDF}" srcOrd="0" destOrd="0" presId="urn:microsoft.com/office/officeart/2018/5/layout/IconLeafLabelList"/>
    <dgm:cxn modelId="{CCA73F90-385B-4AC3-BFBF-02156F4B49F1}" srcId="{11629E8F-8BEA-453A-A5DD-3844CC486159}" destId="{AAD64B80-41C8-48B6-A413-2578E92E1E12}" srcOrd="1" destOrd="0" parTransId="{08CCDEF3-A125-44E4-A0BC-77AA69BDEEDD}" sibTransId="{339C4952-CA9F-45D5-9516-5E6FAA2793D9}"/>
    <dgm:cxn modelId="{DA12C8A8-FC33-4FC6-9B6A-6F78C6819216}" type="presOf" srcId="{11629E8F-8BEA-453A-A5DD-3844CC486159}" destId="{11824938-AB66-4E99-A345-01BB236E5563}" srcOrd="0" destOrd="0" presId="urn:microsoft.com/office/officeart/2018/5/layout/IconLeafLabelList"/>
    <dgm:cxn modelId="{142D0ACB-3ABF-401C-A4E1-B4280F4C08C5}" srcId="{11629E8F-8BEA-453A-A5DD-3844CC486159}" destId="{8DCBEEE4-2F66-4F49-A02C-58C7A84BBEC9}" srcOrd="0" destOrd="0" parTransId="{03F57F9E-D947-4AA1-A6C5-F42CCA56E8FA}" sibTransId="{F5B1B965-08EF-4E82-BE0F-D8098D3DE924}"/>
    <dgm:cxn modelId="{3C45ECEC-F266-4AB5-858F-847DF21123C8}" type="presOf" srcId="{AAD64B80-41C8-48B6-A413-2578E92E1E12}" destId="{6BCC1C5B-CB28-4B1E-B949-5E1A0471AA62}" srcOrd="0" destOrd="0" presId="urn:microsoft.com/office/officeart/2018/5/layout/IconLeafLabelList"/>
    <dgm:cxn modelId="{AB2D9BE1-EBE9-495C-9DA8-EB72EDDDC65C}" type="presParOf" srcId="{11824938-AB66-4E99-A345-01BB236E5563}" destId="{E700486C-FC69-4E76-AC23-FEDAE1E5087F}" srcOrd="0" destOrd="0" presId="urn:microsoft.com/office/officeart/2018/5/layout/IconLeafLabelList"/>
    <dgm:cxn modelId="{314618D3-66EF-444D-BF45-1FC8BEF122AE}" type="presParOf" srcId="{E700486C-FC69-4E76-AC23-FEDAE1E5087F}" destId="{BECC4D53-1CD1-48B5-B54C-39828C397978}" srcOrd="0" destOrd="0" presId="urn:microsoft.com/office/officeart/2018/5/layout/IconLeafLabelList"/>
    <dgm:cxn modelId="{F8E19207-9FD2-473B-BD1C-11FC683E8C20}" type="presParOf" srcId="{E700486C-FC69-4E76-AC23-FEDAE1E5087F}" destId="{EE0CE0CC-B991-450E-A2B2-CE41EAAEFC69}" srcOrd="1" destOrd="0" presId="urn:microsoft.com/office/officeart/2018/5/layout/IconLeafLabelList"/>
    <dgm:cxn modelId="{2C9DF05A-9140-475D-B125-94E522F9C482}" type="presParOf" srcId="{E700486C-FC69-4E76-AC23-FEDAE1E5087F}" destId="{FE3953AF-BC07-4FA1-8EE7-7B104FDA3F18}" srcOrd="2" destOrd="0" presId="urn:microsoft.com/office/officeart/2018/5/layout/IconLeafLabelList"/>
    <dgm:cxn modelId="{AE0B9DA8-0097-4D98-8275-EFBC965CEC93}" type="presParOf" srcId="{E700486C-FC69-4E76-AC23-FEDAE1E5087F}" destId="{81BCAE6F-62AC-4CC5-BDAA-664DBE1D4FDF}" srcOrd="3" destOrd="0" presId="urn:microsoft.com/office/officeart/2018/5/layout/IconLeafLabelList"/>
    <dgm:cxn modelId="{24E05549-E91F-4A2C-9519-73202736E2A6}" type="presParOf" srcId="{11824938-AB66-4E99-A345-01BB236E5563}" destId="{E5F8FEA0-2F53-4184-9368-2EEF752BDC90}" srcOrd="1" destOrd="0" presId="urn:microsoft.com/office/officeart/2018/5/layout/IconLeafLabelList"/>
    <dgm:cxn modelId="{21D788EA-AE5C-4952-84F3-5EDE2AFE2897}" type="presParOf" srcId="{11824938-AB66-4E99-A345-01BB236E5563}" destId="{B1BE1C3B-2C6E-4702-B8D8-26D2CCA8F21F}" srcOrd="2" destOrd="0" presId="urn:microsoft.com/office/officeart/2018/5/layout/IconLeafLabelList"/>
    <dgm:cxn modelId="{A64E9742-B6EB-4D8C-891D-B7E378B8784A}" type="presParOf" srcId="{B1BE1C3B-2C6E-4702-B8D8-26D2CCA8F21F}" destId="{52EE00E2-B34D-455B-B516-D0DEBF440755}" srcOrd="0" destOrd="0" presId="urn:microsoft.com/office/officeart/2018/5/layout/IconLeafLabelList"/>
    <dgm:cxn modelId="{6694573F-F40C-4856-9819-A320061DE2C4}" type="presParOf" srcId="{B1BE1C3B-2C6E-4702-B8D8-26D2CCA8F21F}" destId="{4F8D5225-C596-4ED5-BD2C-72EF1FA3632C}" srcOrd="1" destOrd="0" presId="urn:microsoft.com/office/officeart/2018/5/layout/IconLeafLabelList"/>
    <dgm:cxn modelId="{D31C3CA8-38B2-4CBF-81F5-325BDB5CA1BE}" type="presParOf" srcId="{B1BE1C3B-2C6E-4702-B8D8-26D2CCA8F21F}" destId="{85DC25FF-DCE0-49EA-A26B-09A712E8A0A4}" srcOrd="2" destOrd="0" presId="urn:microsoft.com/office/officeart/2018/5/layout/IconLeafLabelList"/>
    <dgm:cxn modelId="{5AA74A51-9840-4E89-BF66-E970041DC4A6}" type="presParOf" srcId="{B1BE1C3B-2C6E-4702-B8D8-26D2CCA8F21F}" destId="{6BCC1C5B-CB28-4B1E-B949-5E1A0471AA62}" srcOrd="3" destOrd="0" presId="urn:microsoft.com/office/officeart/2018/5/layout/IconLeafLabelList"/>
    <dgm:cxn modelId="{2187AE5F-4498-45F1-BBAF-71FC36959B7B}" type="presParOf" srcId="{11824938-AB66-4E99-A345-01BB236E5563}" destId="{AFB5C909-D10A-49D6-AEFF-88CCED9B83D2}" srcOrd="3" destOrd="0" presId="urn:microsoft.com/office/officeart/2018/5/layout/IconLeafLabelList"/>
    <dgm:cxn modelId="{35428EFB-0256-47D8-9DC0-96568080BEBC}" type="presParOf" srcId="{11824938-AB66-4E99-A345-01BB236E5563}" destId="{9FE01454-1DAC-4FF7-9CA3-62F4AB91C3A9}" srcOrd="4" destOrd="0" presId="urn:microsoft.com/office/officeart/2018/5/layout/IconLeafLabelList"/>
    <dgm:cxn modelId="{D8CA2192-3B0E-4450-9E70-D8D91F4114F3}" type="presParOf" srcId="{9FE01454-1DAC-4FF7-9CA3-62F4AB91C3A9}" destId="{4FE38A6A-F965-46C6-8CAA-231BEDAF78F0}" srcOrd="0" destOrd="0" presId="urn:microsoft.com/office/officeart/2018/5/layout/IconLeafLabelList"/>
    <dgm:cxn modelId="{3A4DDFDA-85D0-445B-9FE9-2DE563858F4D}" type="presParOf" srcId="{9FE01454-1DAC-4FF7-9CA3-62F4AB91C3A9}" destId="{3C32FF48-2D4E-4D56-8D38-FF95981F00EC}" srcOrd="1" destOrd="0" presId="urn:microsoft.com/office/officeart/2018/5/layout/IconLeafLabelList"/>
    <dgm:cxn modelId="{7DF6C26C-3FAC-4DED-A475-00D661437BFE}" type="presParOf" srcId="{9FE01454-1DAC-4FF7-9CA3-62F4AB91C3A9}" destId="{3482FED6-0A35-455A-B9DB-D15F8597B8FD}" srcOrd="2" destOrd="0" presId="urn:microsoft.com/office/officeart/2018/5/layout/IconLeafLabelList"/>
    <dgm:cxn modelId="{5AB3231B-FDBF-48E1-9F68-63A59465B47D}" type="presParOf" srcId="{9FE01454-1DAC-4FF7-9CA3-62F4AB91C3A9}" destId="{546E645C-F9D0-4424-B256-761C1132457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8893B5-FE8A-43F3-9279-E2730781512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99B528-C0D4-4E14-88B0-67BD3BC6D1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1) Create property and units (or use seeded demo)</a:t>
          </a:r>
        </a:p>
      </dgm:t>
    </dgm:pt>
    <dgm:pt modelId="{0FDAFE2B-8B66-4E28-B9C3-78C6BBC665F5}" type="parTrans" cxnId="{1FC483DC-504C-40CD-9689-BAF22125B529}">
      <dgm:prSet/>
      <dgm:spPr/>
      <dgm:t>
        <a:bodyPr/>
        <a:lstStyle/>
        <a:p>
          <a:endParaRPr lang="en-US"/>
        </a:p>
      </dgm:t>
    </dgm:pt>
    <dgm:pt modelId="{C1969CC7-1C64-4F7A-AC62-B3984C3244CB}" type="sibTrans" cxnId="{1FC483DC-504C-40CD-9689-BAF22125B5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0BD8FE-5762-459A-969C-FB1FC0DD9B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2) Create a rate plan and assign it to units</a:t>
          </a:r>
        </a:p>
      </dgm:t>
    </dgm:pt>
    <dgm:pt modelId="{9007264B-1585-42B5-AB6C-6183F1E19586}" type="parTrans" cxnId="{A00FC9B5-9417-4473-BE18-FB59FD5D96F5}">
      <dgm:prSet/>
      <dgm:spPr/>
      <dgm:t>
        <a:bodyPr/>
        <a:lstStyle/>
        <a:p>
          <a:endParaRPr lang="en-US"/>
        </a:p>
      </dgm:t>
    </dgm:pt>
    <dgm:pt modelId="{9C1FDAEE-2E08-44A2-8EB8-BC04D745A59E}" type="sibTrans" cxnId="{A00FC9B5-9417-4473-BE18-FB59FD5D96F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15943FA-A61D-40A0-A3DF-0CF5908451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3) Simulate 30 days of readings (optional spike)</a:t>
          </a:r>
        </a:p>
      </dgm:t>
    </dgm:pt>
    <dgm:pt modelId="{CAD85D67-564A-4F77-BABC-A962D305CD77}" type="parTrans" cxnId="{8B3323FA-C93F-4EA2-AFFD-50CBC7292962}">
      <dgm:prSet/>
      <dgm:spPr/>
      <dgm:t>
        <a:bodyPr/>
        <a:lstStyle/>
        <a:p>
          <a:endParaRPr lang="en-US"/>
        </a:p>
      </dgm:t>
    </dgm:pt>
    <dgm:pt modelId="{A93E09B1-3E29-4DD1-9075-2C92FC913E25}" type="sibTrans" cxnId="{8B3323FA-C93F-4EA2-AFFD-50CBC72929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207427-F4C7-44F2-8A78-9F20F84BF5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4) Generate billing for the month</a:t>
          </a:r>
        </a:p>
      </dgm:t>
    </dgm:pt>
    <dgm:pt modelId="{807B0610-C576-48A9-8000-D61D92427B6B}" type="parTrans" cxnId="{C4E2B828-9109-4884-AE59-50FFAECC1C2E}">
      <dgm:prSet/>
      <dgm:spPr/>
      <dgm:t>
        <a:bodyPr/>
        <a:lstStyle/>
        <a:p>
          <a:endParaRPr lang="en-US"/>
        </a:p>
      </dgm:t>
    </dgm:pt>
    <dgm:pt modelId="{204C5D7E-CAB9-4023-9A9C-B8A3CEC822EA}" type="sibTrans" cxnId="{C4E2B828-9109-4884-AE59-50FFAECC1C2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D101C38-E27D-4E11-B75E-54DCF12377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5) Open dashboard: KPIs + charts + top consumer</a:t>
          </a:r>
        </a:p>
      </dgm:t>
    </dgm:pt>
    <dgm:pt modelId="{F2DF7D93-8247-42C3-B82A-44D8336A0CD5}" type="parTrans" cxnId="{FE4CEF23-38A9-4D18-8AE6-82B2F2B2EEFB}">
      <dgm:prSet/>
      <dgm:spPr/>
      <dgm:t>
        <a:bodyPr/>
        <a:lstStyle/>
        <a:p>
          <a:endParaRPr lang="en-US"/>
        </a:p>
      </dgm:t>
    </dgm:pt>
    <dgm:pt modelId="{9C593F68-7BD4-4EC4-A9BD-0536E8AFDD13}" type="sibTrans" cxnId="{FE4CEF23-38A9-4D18-8AE6-82B2F2B2EEF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5290841-E685-49BE-BFF1-7FF8BDE9C2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6) Click a unit row to show invoice breakdown</a:t>
          </a:r>
        </a:p>
      </dgm:t>
    </dgm:pt>
    <dgm:pt modelId="{E21619A8-8A6D-4E3D-BBA6-4F292ED891C5}" type="parTrans" cxnId="{EAD095ED-25C3-4933-B712-C52D28D68633}">
      <dgm:prSet/>
      <dgm:spPr/>
      <dgm:t>
        <a:bodyPr/>
        <a:lstStyle/>
        <a:p>
          <a:endParaRPr lang="en-US"/>
        </a:p>
      </dgm:t>
    </dgm:pt>
    <dgm:pt modelId="{9F6D6171-AE5C-477F-8EF3-A42F6171130A}" type="sibTrans" cxnId="{EAD095ED-25C3-4933-B712-C52D28D68633}">
      <dgm:prSet/>
      <dgm:spPr/>
      <dgm:t>
        <a:bodyPr/>
        <a:lstStyle/>
        <a:p>
          <a:endParaRPr lang="en-US"/>
        </a:p>
      </dgm:t>
    </dgm:pt>
    <dgm:pt modelId="{80FF1A8C-CD13-48E1-A7FB-EEB6CB3C9A93}" type="pres">
      <dgm:prSet presAssocID="{688893B5-FE8A-43F3-9279-E2730781512B}" presName="root" presStyleCnt="0">
        <dgm:presLayoutVars>
          <dgm:dir/>
          <dgm:resizeHandles val="exact"/>
        </dgm:presLayoutVars>
      </dgm:prSet>
      <dgm:spPr/>
    </dgm:pt>
    <dgm:pt modelId="{86029D40-6657-4D93-AD96-54B01183E521}" type="pres">
      <dgm:prSet presAssocID="{688893B5-FE8A-43F3-9279-E2730781512B}" presName="container" presStyleCnt="0">
        <dgm:presLayoutVars>
          <dgm:dir/>
          <dgm:resizeHandles val="exact"/>
        </dgm:presLayoutVars>
      </dgm:prSet>
      <dgm:spPr/>
    </dgm:pt>
    <dgm:pt modelId="{3F59D08A-1CCF-4484-BB37-4CC0A3551CA5}" type="pres">
      <dgm:prSet presAssocID="{2099B528-C0D4-4E14-88B0-67BD3BC6D15C}" presName="compNode" presStyleCnt="0"/>
      <dgm:spPr/>
    </dgm:pt>
    <dgm:pt modelId="{EA7B6E45-0DD4-4FF1-A287-BC5C0EC411CA}" type="pres">
      <dgm:prSet presAssocID="{2099B528-C0D4-4E14-88B0-67BD3BC6D15C}" presName="iconBgRect" presStyleLbl="bgShp" presStyleIdx="0" presStyleCnt="6"/>
      <dgm:spPr/>
    </dgm:pt>
    <dgm:pt modelId="{E5A6AC25-FE40-4B22-8AD6-B139898DA771}" type="pres">
      <dgm:prSet presAssocID="{2099B528-C0D4-4E14-88B0-67BD3BC6D15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C2E6A591-A783-4DA7-AD33-CCD49C89A642}" type="pres">
      <dgm:prSet presAssocID="{2099B528-C0D4-4E14-88B0-67BD3BC6D15C}" presName="spaceRect" presStyleCnt="0"/>
      <dgm:spPr/>
    </dgm:pt>
    <dgm:pt modelId="{F54A5B8C-CD90-4924-BEEA-F7C579E27435}" type="pres">
      <dgm:prSet presAssocID="{2099B528-C0D4-4E14-88B0-67BD3BC6D15C}" presName="textRect" presStyleLbl="revTx" presStyleIdx="0" presStyleCnt="6">
        <dgm:presLayoutVars>
          <dgm:chMax val="1"/>
          <dgm:chPref val="1"/>
        </dgm:presLayoutVars>
      </dgm:prSet>
      <dgm:spPr/>
    </dgm:pt>
    <dgm:pt modelId="{3471A667-B8E1-40DD-BE7D-2348F0E89CC5}" type="pres">
      <dgm:prSet presAssocID="{C1969CC7-1C64-4F7A-AC62-B3984C3244CB}" presName="sibTrans" presStyleLbl="sibTrans2D1" presStyleIdx="0" presStyleCnt="0"/>
      <dgm:spPr/>
    </dgm:pt>
    <dgm:pt modelId="{642CFF8A-175E-4089-8F8D-219B4E6676A6}" type="pres">
      <dgm:prSet presAssocID="{960BD8FE-5762-459A-969C-FB1FC0DD9B7E}" presName="compNode" presStyleCnt="0"/>
      <dgm:spPr/>
    </dgm:pt>
    <dgm:pt modelId="{F1277DE8-3FB5-45A4-8403-DE0F8ED08203}" type="pres">
      <dgm:prSet presAssocID="{960BD8FE-5762-459A-969C-FB1FC0DD9B7E}" presName="iconBgRect" presStyleLbl="bgShp" presStyleIdx="1" presStyleCnt="6"/>
      <dgm:spPr/>
    </dgm:pt>
    <dgm:pt modelId="{5C6D27DB-3981-43E8-A226-4568078DCA9B}" type="pres">
      <dgm:prSet presAssocID="{960BD8FE-5762-459A-969C-FB1FC0DD9B7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950E0542-EFD1-458B-AA06-AD161425B2FB}" type="pres">
      <dgm:prSet presAssocID="{960BD8FE-5762-459A-969C-FB1FC0DD9B7E}" presName="spaceRect" presStyleCnt="0"/>
      <dgm:spPr/>
    </dgm:pt>
    <dgm:pt modelId="{126B943C-34B0-4FF7-AF29-26CF89472877}" type="pres">
      <dgm:prSet presAssocID="{960BD8FE-5762-459A-969C-FB1FC0DD9B7E}" presName="textRect" presStyleLbl="revTx" presStyleIdx="1" presStyleCnt="6">
        <dgm:presLayoutVars>
          <dgm:chMax val="1"/>
          <dgm:chPref val="1"/>
        </dgm:presLayoutVars>
      </dgm:prSet>
      <dgm:spPr/>
    </dgm:pt>
    <dgm:pt modelId="{915166F4-27D1-4ACC-AD75-A97CED151A6E}" type="pres">
      <dgm:prSet presAssocID="{9C1FDAEE-2E08-44A2-8EB8-BC04D745A59E}" presName="sibTrans" presStyleLbl="sibTrans2D1" presStyleIdx="0" presStyleCnt="0"/>
      <dgm:spPr/>
    </dgm:pt>
    <dgm:pt modelId="{8B98577E-E878-4E4E-8BAF-02395574EA17}" type="pres">
      <dgm:prSet presAssocID="{515943FA-A61D-40A0-A3DF-0CF590845112}" presName="compNode" presStyleCnt="0"/>
      <dgm:spPr/>
    </dgm:pt>
    <dgm:pt modelId="{6EC5954C-A5E5-4A41-99C6-C007032A3574}" type="pres">
      <dgm:prSet presAssocID="{515943FA-A61D-40A0-A3DF-0CF590845112}" presName="iconBgRect" presStyleLbl="bgShp" presStyleIdx="2" presStyleCnt="6"/>
      <dgm:spPr/>
    </dgm:pt>
    <dgm:pt modelId="{BA7665A8-12A8-489D-AF61-65241E0CEF19}" type="pres">
      <dgm:prSet presAssocID="{515943FA-A61D-40A0-A3DF-0CF59084511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B10D3946-4EA9-443B-9F26-C8336A9F510A}" type="pres">
      <dgm:prSet presAssocID="{515943FA-A61D-40A0-A3DF-0CF590845112}" presName="spaceRect" presStyleCnt="0"/>
      <dgm:spPr/>
    </dgm:pt>
    <dgm:pt modelId="{B3C5E6C2-5E79-4778-BAF8-E4F4EB89FB62}" type="pres">
      <dgm:prSet presAssocID="{515943FA-A61D-40A0-A3DF-0CF590845112}" presName="textRect" presStyleLbl="revTx" presStyleIdx="2" presStyleCnt="6">
        <dgm:presLayoutVars>
          <dgm:chMax val="1"/>
          <dgm:chPref val="1"/>
        </dgm:presLayoutVars>
      </dgm:prSet>
      <dgm:spPr/>
    </dgm:pt>
    <dgm:pt modelId="{A4D927A3-7751-4D1C-A15F-89FCF047B046}" type="pres">
      <dgm:prSet presAssocID="{A93E09B1-3E29-4DD1-9075-2C92FC913E25}" presName="sibTrans" presStyleLbl="sibTrans2D1" presStyleIdx="0" presStyleCnt="0"/>
      <dgm:spPr/>
    </dgm:pt>
    <dgm:pt modelId="{3967D230-3076-4EA2-ADB5-6550E68F7543}" type="pres">
      <dgm:prSet presAssocID="{A9207427-F4C7-44F2-8A78-9F20F84BF522}" presName="compNode" presStyleCnt="0"/>
      <dgm:spPr/>
    </dgm:pt>
    <dgm:pt modelId="{35B8C7C6-1F62-4056-8169-91F8DFBDD941}" type="pres">
      <dgm:prSet presAssocID="{A9207427-F4C7-44F2-8A78-9F20F84BF522}" presName="iconBgRect" presStyleLbl="bgShp" presStyleIdx="3" presStyleCnt="6"/>
      <dgm:spPr/>
    </dgm:pt>
    <dgm:pt modelId="{ACC563A5-A78E-4D77-B47C-A202426B094C}" type="pres">
      <dgm:prSet presAssocID="{A9207427-F4C7-44F2-8A78-9F20F84BF52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E522C856-7E11-47BF-A93C-579D26DA476F}" type="pres">
      <dgm:prSet presAssocID="{A9207427-F4C7-44F2-8A78-9F20F84BF522}" presName="spaceRect" presStyleCnt="0"/>
      <dgm:spPr/>
    </dgm:pt>
    <dgm:pt modelId="{A26BCEB4-51D2-4A22-83D0-4E2D10770514}" type="pres">
      <dgm:prSet presAssocID="{A9207427-F4C7-44F2-8A78-9F20F84BF522}" presName="textRect" presStyleLbl="revTx" presStyleIdx="3" presStyleCnt="6">
        <dgm:presLayoutVars>
          <dgm:chMax val="1"/>
          <dgm:chPref val="1"/>
        </dgm:presLayoutVars>
      </dgm:prSet>
      <dgm:spPr/>
    </dgm:pt>
    <dgm:pt modelId="{EED60F44-729E-4380-9E12-393402140F96}" type="pres">
      <dgm:prSet presAssocID="{204C5D7E-CAB9-4023-9A9C-B8A3CEC822EA}" presName="sibTrans" presStyleLbl="sibTrans2D1" presStyleIdx="0" presStyleCnt="0"/>
      <dgm:spPr/>
    </dgm:pt>
    <dgm:pt modelId="{7879CFF4-9ED0-4216-82EB-4ECFDB169E42}" type="pres">
      <dgm:prSet presAssocID="{6D101C38-E27D-4E11-B75E-54DCF12377F3}" presName="compNode" presStyleCnt="0"/>
      <dgm:spPr/>
    </dgm:pt>
    <dgm:pt modelId="{E4F002FE-A4D8-4767-BAE5-7EA0D2DD8C8B}" type="pres">
      <dgm:prSet presAssocID="{6D101C38-E27D-4E11-B75E-54DCF12377F3}" presName="iconBgRect" presStyleLbl="bgShp" presStyleIdx="4" presStyleCnt="6"/>
      <dgm:spPr/>
    </dgm:pt>
    <dgm:pt modelId="{89BED244-4BA2-4014-92F3-4B8D5A71F5C1}" type="pres">
      <dgm:prSet presAssocID="{6D101C38-E27D-4E11-B75E-54DCF12377F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64A3D32-8DB0-4BCA-8650-0BE2C49E5AF3}" type="pres">
      <dgm:prSet presAssocID="{6D101C38-E27D-4E11-B75E-54DCF12377F3}" presName="spaceRect" presStyleCnt="0"/>
      <dgm:spPr/>
    </dgm:pt>
    <dgm:pt modelId="{9BD19E29-8602-47AC-A050-FF61194C2E40}" type="pres">
      <dgm:prSet presAssocID="{6D101C38-E27D-4E11-B75E-54DCF12377F3}" presName="textRect" presStyleLbl="revTx" presStyleIdx="4" presStyleCnt="6">
        <dgm:presLayoutVars>
          <dgm:chMax val="1"/>
          <dgm:chPref val="1"/>
        </dgm:presLayoutVars>
      </dgm:prSet>
      <dgm:spPr/>
    </dgm:pt>
    <dgm:pt modelId="{C75739EA-1AC8-491C-8399-EAE69C56D9F9}" type="pres">
      <dgm:prSet presAssocID="{9C593F68-7BD4-4EC4-A9BD-0536E8AFDD13}" presName="sibTrans" presStyleLbl="sibTrans2D1" presStyleIdx="0" presStyleCnt="0"/>
      <dgm:spPr/>
    </dgm:pt>
    <dgm:pt modelId="{D95C8495-196C-4042-B413-190D8B168D6F}" type="pres">
      <dgm:prSet presAssocID="{35290841-E685-49BE-BFF1-7FF8BDE9C201}" presName="compNode" presStyleCnt="0"/>
      <dgm:spPr/>
    </dgm:pt>
    <dgm:pt modelId="{3297567A-74EC-456E-9F48-7F2A5BC99347}" type="pres">
      <dgm:prSet presAssocID="{35290841-E685-49BE-BFF1-7FF8BDE9C201}" presName="iconBgRect" presStyleLbl="bgShp" presStyleIdx="5" presStyleCnt="6"/>
      <dgm:spPr/>
    </dgm:pt>
    <dgm:pt modelId="{FBB40BAC-3C38-4CE6-B8D3-4B357903E9D9}" type="pres">
      <dgm:prSet presAssocID="{35290841-E685-49BE-BFF1-7FF8BDE9C20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9C7D0EB-B1C2-4A37-9F4B-634B1EE57AA0}" type="pres">
      <dgm:prSet presAssocID="{35290841-E685-49BE-BFF1-7FF8BDE9C201}" presName="spaceRect" presStyleCnt="0"/>
      <dgm:spPr/>
    </dgm:pt>
    <dgm:pt modelId="{01EC7AFA-965D-4EFC-9DA7-BA9E9F72E8FB}" type="pres">
      <dgm:prSet presAssocID="{35290841-E685-49BE-BFF1-7FF8BDE9C20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5AA800B-D8F9-4701-B8AC-96BA5BB66C3C}" type="presOf" srcId="{515943FA-A61D-40A0-A3DF-0CF590845112}" destId="{B3C5E6C2-5E79-4778-BAF8-E4F4EB89FB62}" srcOrd="0" destOrd="0" presId="urn:microsoft.com/office/officeart/2018/2/layout/IconCircleList"/>
    <dgm:cxn modelId="{31CAAD12-232B-4D77-BC5F-29E450E842AE}" type="presOf" srcId="{204C5D7E-CAB9-4023-9A9C-B8A3CEC822EA}" destId="{EED60F44-729E-4380-9E12-393402140F96}" srcOrd="0" destOrd="0" presId="urn:microsoft.com/office/officeart/2018/2/layout/IconCircleList"/>
    <dgm:cxn modelId="{FE4CEF23-38A9-4D18-8AE6-82B2F2B2EEFB}" srcId="{688893B5-FE8A-43F3-9279-E2730781512B}" destId="{6D101C38-E27D-4E11-B75E-54DCF12377F3}" srcOrd="4" destOrd="0" parTransId="{F2DF7D93-8247-42C3-B82A-44D8336A0CD5}" sibTransId="{9C593F68-7BD4-4EC4-A9BD-0536E8AFDD13}"/>
    <dgm:cxn modelId="{C4E2B828-9109-4884-AE59-50FFAECC1C2E}" srcId="{688893B5-FE8A-43F3-9279-E2730781512B}" destId="{A9207427-F4C7-44F2-8A78-9F20F84BF522}" srcOrd="3" destOrd="0" parTransId="{807B0610-C576-48A9-8000-D61D92427B6B}" sibTransId="{204C5D7E-CAB9-4023-9A9C-B8A3CEC822EA}"/>
    <dgm:cxn modelId="{19415B34-4341-422E-BE05-8CCEA61D0F78}" type="presOf" srcId="{2099B528-C0D4-4E14-88B0-67BD3BC6D15C}" destId="{F54A5B8C-CD90-4924-BEEA-F7C579E27435}" srcOrd="0" destOrd="0" presId="urn:microsoft.com/office/officeart/2018/2/layout/IconCircleList"/>
    <dgm:cxn modelId="{BDB44569-9110-40B1-9782-737F1E8BDA96}" type="presOf" srcId="{A9207427-F4C7-44F2-8A78-9F20F84BF522}" destId="{A26BCEB4-51D2-4A22-83D0-4E2D10770514}" srcOrd="0" destOrd="0" presId="urn:microsoft.com/office/officeart/2018/2/layout/IconCircleList"/>
    <dgm:cxn modelId="{BC34C370-8A00-411A-8585-A9CDEF75A3E1}" type="presOf" srcId="{9C593F68-7BD4-4EC4-A9BD-0536E8AFDD13}" destId="{C75739EA-1AC8-491C-8399-EAE69C56D9F9}" srcOrd="0" destOrd="0" presId="urn:microsoft.com/office/officeart/2018/2/layout/IconCircleList"/>
    <dgm:cxn modelId="{FF859E55-BAC2-4595-8868-85717AB3A481}" type="presOf" srcId="{688893B5-FE8A-43F3-9279-E2730781512B}" destId="{80FF1A8C-CD13-48E1-A7FB-EEB6CB3C9A93}" srcOrd="0" destOrd="0" presId="urn:microsoft.com/office/officeart/2018/2/layout/IconCircleList"/>
    <dgm:cxn modelId="{25F4C755-18B7-4555-81B9-80574CD68CE2}" type="presOf" srcId="{9C1FDAEE-2E08-44A2-8EB8-BC04D745A59E}" destId="{915166F4-27D1-4ACC-AD75-A97CED151A6E}" srcOrd="0" destOrd="0" presId="urn:microsoft.com/office/officeart/2018/2/layout/IconCircleList"/>
    <dgm:cxn modelId="{79507F91-E168-4140-96B9-95F5B641F438}" type="presOf" srcId="{C1969CC7-1C64-4F7A-AC62-B3984C3244CB}" destId="{3471A667-B8E1-40DD-BE7D-2348F0E89CC5}" srcOrd="0" destOrd="0" presId="urn:microsoft.com/office/officeart/2018/2/layout/IconCircleList"/>
    <dgm:cxn modelId="{083B339C-067F-4B9E-A976-51BF3A1A500F}" type="presOf" srcId="{6D101C38-E27D-4E11-B75E-54DCF12377F3}" destId="{9BD19E29-8602-47AC-A050-FF61194C2E40}" srcOrd="0" destOrd="0" presId="urn:microsoft.com/office/officeart/2018/2/layout/IconCircleList"/>
    <dgm:cxn modelId="{A00FC9B5-9417-4473-BE18-FB59FD5D96F5}" srcId="{688893B5-FE8A-43F3-9279-E2730781512B}" destId="{960BD8FE-5762-459A-969C-FB1FC0DD9B7E}" srcOrd="1" destOrd="0" parTransId="{9007264B-1585-42B5-AB6C-6183F1E19586}" sibTransId="{9C1FDAEE-2E08-44A2-8EB8-BC04D745A59E}"/>
    <dgm:cxn modelId="{69F93FC4-B254-4439-9A59-D71E22202386}" type="presOf" srcId="{960BD8FE-5762-459A-969C-FB1FC0DD9B7E}" destId="{126B943C-34B0-4FF7-AF29-26CF89472877}" srcOrd="0" destOrd="0" presId="urn:microsoft.com/office/officeart/2018/2/layout/IconCircleList"/>
    <dgm:cxn modelId="{1FC483DC-504C-40CD-9689-BAF22125B529}" srcId="{688893B5-FE8A-43F3-9279-E2730781512B}" destId="{2099B528-C0D4-4E14-88B0-67BD3BC6D15C}" srcOrd="0" destOrd="0" parTransId="{0FDAFE2B-8B66-4E28-B9C3-78C6BBC665F5}" sibTransId="{C1969CC7-1C64-4F7A-AC62-B3984C3244CB}"/>
    <dgm:cxn modelId="{3134E5DD-B30E-4B8A-B24F-D0145E049A05}" type="presOf" srcId="{35290841-E685-49BE-BFF1-7FF8BDE9C201}" destId="{01EC7AFA-965D-4EFC-9DA7-BA9E9F72E8FB}" srcOrd="0" destOrd="0" presId="urn:microsoft.com/office/officeart/2018/2/layout/IconCircleList"/>
    <dgm:cxn modelId="{EAD095ED-25C3-4933-B712-C52D28D68633}" srcId="{688893B5-FE8A-43F3-9279-E2730781512B}" destId="{35290841-E685-49BE-BFF1-7FF8BDE9C201}" srcOrd="5" destOrd="0" parTransId="{E21619A8-8A6D-4E3D-BBA6-4F292ED891C5}" sibTransId="{9F6D6171-AE5C-477F-8EF3-A42F6171130A}"/>
    <dgm:cxn modelId="{A12587F9-5AEB-4E30-A20A-D800DCBB30B3}" type="presOf" srcId="{A93E09B1-3E29-4DD1-9075-2C92FC913E25}" destId="{A4D927A3-7751-4D1C-A15F-89FCF047B046}" srcOrd="0" destOrd="0" presId="urn:microsoft.com/office/officeart/2018/2/layout/IconCircleList"/>
    <dgm:cxn modelId="{8B3323FA-C93F-4EA2-AFFD-50CBC7292962}" srcId="{688893B5-FE8A-43F3-9279-E2730781512B}" destId="{515943FA-A61D-40A0-A3DF-0CF590845112}" srcOrd="2" destOrd="0" parTransId="{CAD85D67-564A-4F77-BABC-A962D305CD77}" sibTransId="{A93E09B1-3E29-4DD1-9075-2C92FC913E25}"/>
    <dgm:cxn modelId="{42F2D4C0-5D9E-47EC-8D44-256DF9074125}" type="presParOf" srcId="{80FF1A8C-CD13-48E1-A7FB-EEB6CB3C9A93}" destId="{86029D40-6657-4D93-AD96-54B01183E521}" srcOrd="0" destOrd="0" presId="urn:microsoft.com/office/officeart/2018/2/layout/IconCircleList"/>
    <dgm:cxn modelId="{95585EA7-C74B-428E-9DD4-30B2CEBD047B}" type="presParOf" srcId="{86029D40-6657-4D93-AD96-54B01183E521}" destId="{3F59D08A-1CCF-4484-BB37-4CC0A3551CA5}" srcOrd="0" destOrd="0" presId="urn:microsoft.com/office/officeart/2018/2/layout/IconCircleList"/>
    <dgm:cxn modelId="{35B6CB23-C183-455F-A2CE-33CBB7238F5B}" type="presParOf" srcId="{3F59D08A-1CCF-4484-BB37-4CC0A3551CA5}" destId="{EA7B6E45-0DD4-4FF1-A287-BC5C0EC411CA}" srcOrd="0" destOrd="0" presId="urn:microsoft.com/office/officeart/2018/2/layout/IconCircleList"/>
    <dgm:cxn modelId="{04DFFD48-8B1D-43DC-91C1-606925369C1A}" type="presParOf" srcId="{3F59D08A-1CCF-4484-BB37-4CC0A3551CA5}" destId="{E5A6AC25-FE40-4B22-8AD6-B139898DA771}" srcOrd="1" destOrd="0" presId="urn:microsoft.com/office/officeart/2018/2/layout/IconCircleList"/>
    <dgm:cxn modelId="{98F68EAB-EADB-4228-985F-9E5920314C85}" type="presParOf" srcId="{3F59D08A-1CCF-4484-BB37-4CC0A3551CA5}" destId="{C2E6A591-A783-4DA7-AD33-CCD49C89A642}" srcOrd="2" destOrd="0" presId="urn:microsoft.com/office/officeart/2018/2/layout/IconCircleList"/>
    <dgm:cxn modelId="{D6D0B084-3F9A-4CB0-9237-DA3A9BE89F3D}" type="presParOf" srcId="{3F59D08A-1CCF-4484-BB37-4CC0A3551CA5}" destId="{F54A5B8C-CD90-4924-BEEA-F7C579E27435}" srcOrd="3" destOrd="0" presId="urn:microsoft.com/office/officeart/2018/2/layout/IconCircleList"/>
    <dgm:cxn modelId="{7A9E4AF5-D96F-4483-8951-6027DE036968}" type="presParOf" srcId="{86029D40-6657-4D93-AD96-54B01183E521}" destId="{3471A667-B8E1-40DD-BE7D-2348F0E89CC5}" srcOrd="1" destOrd="0" presId="urn:microsoft.com/office/officeart/2018/2/layout/IconCircleList"/>
    <dgm:cxn modelId="{AF5E73E8-7AFD-483F-A3FE-8389EDD7E421}" type="presParOf" srcId="{86029D40-6657-4D93-AD96-54B01183E521}" destId="{642CFF8A-175E-4089-8F8D-219B4E6676A6}" srcOrd="2" destOrd="0" presId="urn:microsoft.com/office/officeart/2018/2/layout/IconCircleList"/>
    <dgm:cxn modelId="{BA668950-E234-4C02-93C1-EDE6DDB05343}" type="presParOf" srcId="{642CFF8A-175E-4089-8F8D-219B4E6676A6}" destId="{F1277DE8-3FB5-45A4-8403-DE0F8ED08203}" srcOrd="0" destOrd="0" presId="urn:microsoft.com/office/officeart/2018/2/layout/IconCircleList"/>
    <dgm:cxn modelId="{4161B595-BCCB-4D2D-A76F-53131A282237}" type="presParOf" srcId="{642CFF8A-175E-4089-8F8D-219B4E6676A6}" destId="{5C6D27DB-3981-43E8-A226-4568078DCA9B}" srcOrd="1" destOrd="0" presId="urn:microsoft.com/office/officeart/2018/2/layout/IconCircleList"/>
    <dgm:cxn modelId="{2C64733F-BB98-49F7-88A0-EE53F1891F2E}" type="presParOf" srcId="{642CFF8A-175E-4089-8F8D-219B4E6676A6}" destId="{950E0542-EFD1-458B-AA06-AD161425B2FB}" srcOrd="2" destOrd="0" presId="urn:microsoft.com/office/officeart/2018/2/layout/IconCircleList"/>
    <dgm:cxn modelId="{925C0CEA-DF01-4837-B164-ECA0BF6CCAB4}" type="presParOf" srcId="{642CFF8A-175E-4089-8F8D-219B4E6676A6}" destId="{126B943C-34B0-4FF7-AF29-26CF89472877}" srcOrd="3" destOrd="0" presId="urn:microsoft.com/office/officeart/2018/2/layout/IconCircleList"/>
    <dgm:cxn modelId="{04E3A040-B648-4520-8190-A0CFABEE226B}" type="presParOf" srcId="{86029D40-6657-4D93-AD96-54B01183E521}" destId="{915166F4-27D1-4ACC-AD75-A97CED151A6E}" srcOrd="3" destOrd="0" presId="urn:microsoft.com/office/officeart/2018/2/layout/IconCircleList"/>
    <dgm:cxn modelId="{9460B574-A2DE-4555-8A54-B87EF992529D}" type="presParOf" srcId="{86029D40-6657-4D93-AD96-54B01183E521}" destId="{8B98577E-E878-4E4E-8BAF-02395574EA17}" srcOrd="4" destOrd="0" presId="urn:microsoft.com/office/officeart/2018/2/layout/IconCircleList"/>
    <dgm:cxn modelId="{D2731B50-F797-403D-88E5-41BEF80E1069}" type="presParOf" srcId="{8B98577E-E878-4E4E-8BAF-02395574EA17}" destId="{6EC5954C-A5E5-4A41-99C6-C007032A3574}" srcOrd="0" destOrd="0" presId="urn:microsoft.com/office/officeart/2018/2/layout/IconCircleList"/>
    <dgm:cxn modelId="{8C7F03CA-4378-4019-A56A-A72366C04781}" type="presParOf" srcId="{8B98577E-E878-4E4E-8BAF-02395574EA17}" destId="{BA7665A8-12A8-489D-AF61-65241E0CEF19}" srcOrd="1" destOrd="0" presId="urn:microsoft.com/office/officeart/2018/2/layout/IconCircleList"/>
    <dgm:cxn modelId="{1A292B67-17A7-4026-92A6-C5735283EC21}" type="presParOf" srcId="{8B98577E-E878-4E4E-8BAF-02395574EA17}" destId="{B10D3946-4EA9-443B-9F26-C8336A9F510A}" srcOrd="2" destOrd="0" presId="urn:microsoft.com/office/officeart/2018/2/layout/IconCircleList"/>
    <dgm:cxn modelId="{761C9302-06B7-4F02-9A88-767AC6965BC5}" type="presParOf" srcId="{8B98577E-E878-4E4E-8BAF-02395574EA17}" destId="{B3C5E6C2-5E79-4778-BAF8-E4F4EB89FB62}" srcOrd="3" destOrd="0" presId="urn:microsoft.com/office/officeart/2018/2/layout/IconCircleList"/>
    <dgm:cxn modelId="{793CC01D-492F-4CA8-8A66-BE831EA6F905}" type="presParOf" srcId="{86029D40-6657-4D93-AD96-54B01183E521}" destId="{A4D927A3-7751-4D1C-A15F-89FCF047B046}" srcOrd="5" destOrd="0" presId="urn:microsoft.com/office/officeart/2018/2/layout/IconCircleList"/>
    <dgm:cxn modelId="{23A36A85-CE76-4192-983B-C8EDFE053C5C}" type="presParOf" srcId="{86029D40-6657-4D93-AD96-54B01183E521}" destId="{3967D230-3076-4EA2-ADB5-6550E68F7543}" srcOrd="6" destOrd="0" presId="urn:microsoft.com/office/officeart/2018/2/layout/IconCircleList"/>
    <dgm:cxn modelId="{CFE0071C-3AC0-4BC7-A2A0-FF360CD56F26}" type="presParOf" srcId="{3967D230-3076-4EA2-ADB5-6550E68F7543}" destId="{35B8C7C6-1F62-4056-8169-91F8DFBDD941}" srcOrd="0" destOrd="0" presId="urn:microsoft.com/office/officeart/2018/2/layout/IconCircleList"/>
    <dgm:cxn modelId="{FE649FA7-C116-47D4-9B19-481CF7BAE80F}" type="presParOf" srcId="{3967D230-3076-4EA2-ADB5-6550E68F7543}" destId="{ACC563A5-A78E-4D77-B47C-A202426B094C}" srcOrd="1" destOrd="0" presId="urn:microsoft.com/office/officeart/2018/2/layout/IconCircleList"/>
    <dgm:cxn modelId="{44B1CB89-A2A3-4926-BD1C-007274AEA4DB}" type="presParOf" srcId="{3967D230-3076-4EA2-ADB5-6550E68F7543}" destId="{E522C856-7E11-47BF-A93C-579D26DA476F}" srcOrd="2" destOrd="0" presId="urn:microsoft.com/office/officeart/2018/2/layout/IconCircleList"/>
    <dgm:cxn modelId="{5B68BE7F-D0BF-4A99-8B78-2CE8AAAC1885}" type="presParOf" srcId="{3967D230-3076-4EA2-ADB5-6550E68F7543}" destId="{A26BCEB4-51D2-4A22-83D0-4E2D10770514}" srcOrd="3" destOrd="0" presId="urn:microsoft.com/office/officeart/2018/2/layout/IconCircleList"/>
    <dgm:cxn modelId="{1AE9E453-993A-4B13-8C39-312D114E1F4F}" type="presParOf" srcId="{86029D40-6657-4D93-AD96-54B01183E521}" destId="{EED60F44-729E-4380-9E12-393402140F96}" srcOrd="7" destOrd="0" presId="urn:microsoft.com/office/officeart/2018/2/layout/IconCircleList"/>
    <dgm:cxn modelId="{A377EC32-3B0E-4981-8B9E-A82DA2C247C5}" type="presParOf" srcId="{86029D40-6657-4D93-AD96-54B01183E521}" destId="{7879CFF4-9ED0-4216-82EB-4ECFDB169E42}" srcOrd="8" destOrd="0" presId="urn:microsoft.com/office/officeart/2018/2/layout/IconCircleList"/>
    <dgm:cxn modelId="{E43E7BB6-EEFB-4C1D-B568-8D85CD146453}" type="presParOf" srcId="{7879CFF4-9ED0-4216-82EB-4ECFDB169E42}" destId="{E4F002FE-A4D8-4767-BAE5-7EA0D2DD8C8B}" srcOrd="0" destOrd="0" presId="urn:microsoft.com/office/officeart/2018/2/layout/IconCircleList"/>
    <dgm:cxn modelId="{E8AD1330-5D55-4AD1-886D-F0DBF857562C}" type="presParOf" srcId="{7879CFF4-9ED0-4216-82EB-4ECFDB169E42}" destId="{89BED244-4BA2-4014-92F3-4B8D5A71F5C1}" srcOrd="1" destOrd="0" presId="urn:microsoft.com/office/officeart/2018/2/layout/IconCircleList"/>
    <dgm:cxn modelId="{E22E19E5-3DB7-44BF-A86A-1B495B2D490A}" type="presParOf" srcId="{7879CFF4-9ED0-4216-82EB-4ECFDB169E42}" destId="{164A3D32-8DB0-4BCA-8650-0BE2C49E5AF3}" srcOrd="2" destOrd="0" presId="urn:microsoft.com/office/officeart/2018/2/layout/IconCircleList"/>
    <dgm:cxn modelId="{51913209-924C-405B-83D3-372E4CC89BFB}" type="presParOf" srcId="{7879CFF4-9ED0-4216-82EB-4ECFDB169E42}" destId="{9BD19E29-8602-47AC-A050-FF61194C2E40}" srcOrd="3" destOrd="0" presId="urn:microsoft.com/office/officeart/2018/2/layout/IconCircleList"/>
    <dgm:cxn modelId="{D3F80F10-E1EB-4179-981B-1B1C39E868BE}" type="presParOf" srcId="{86029D40-6657-4D93-AD96-54B01183E521}" destId="{C75739EA-1AC8-491C-8399-EAE69C56D9F9}" srcOrd="9" destOrd="0" presId="urn:microsoft.com/office/officeart/2018/2/layout/IconCircleList"/>
    <dgm:cxn modelId="{73564287-4D36-4C8F-9640-DBC52EBC97A9}" type="presParOf" srcId="{86029D40-6657-4D93-AD96-54B01183E521}" destId="{D95C8495-196C-4042-B413-190D8B168D6F}" srcOrd="10" destOrd="0" presId="urn:microsoft.com/office/officeart/2018/2/layout/IconCircleList"/>
    <dgm:cxn modelId="{E05698B7-F133-4D6A-8A10-09C42E6E5DCC}" type="presParOf" srcId="{D95C8495-196C-4042-B413-190D8B168D6F}" destId="{3297567A-74EC-456E-9F48-7F2A5BC99347}" srcOrd="0" destOrd="0" presId="urn:microsoft.com/office/officeart/2018/2/layout/IconCircleList"/>
    <dgm:cxn modelId="{FF851F03-7226-42E1-9E1E-1C52F22C6BF6}" type="presParOf" srcId="{D95C8495-196C-4042-B413-190D8B168D6F}" destId="{FBB40BAC-3C38-4CE6-B8D3-4B357903E9D9}" srcOrd="1" destOrd="0" presId="urn:microsoft.com/office/officeart/2018/2/layout/IconCircleList"/>
    <dgm:cxn modelId="{643640BC-F93B-4983-B98C-0706493EC0E4}" type="presParOf" srcId="{D95C8495-196C-4042-B413-190D8B168D6F}" destId="{A9C7D0EB-B1C2-4A37-9F4B-634B1EE57AA0}" srcOrd="2" destOrd="0" presId="urn:microsoft.com/office/officeart/2018/2/layout/IconCircleList"/>
    <dgm:cxn modelId="{806C7AC5-7AF6-4AC8-9642-7062FE1A0058}" type="presParOf" srcId="{D95C8495-196C-4042-B413-190D8B168D6F}" destId="{01EC7AFA-965D-4EFC-9DA7-BA9E9F72E8F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CE158D6-F2E9-4003-AFD4-73CAE4715C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8C8164-3CC6-4EA5-891F-CB50751D5955}">
      <dgm:prSet/>
      <dgm:spPr/>
      <dgm:t>
        <a:bodyPr/>
        <a:lstStyle/>
        <a:p>
          <a:r>
            <a:rPr lang="en-US"/>
            <a:t>Database: migrate to SQL Server and add indexes (UnitId, Timestamp)</a:t>
          </a:r>
        </a:p>
      </dgm:t>
    </dgm:pt>
    <dgm:pt modelId="{AFEE6524-5F10-4FB4-A3D6-B54FC3D593E4}" type="parTrans" cxnId="{B7179BB0-F8B5-4994-8735-25EA5C3BF9B0}">
      <dgm:prSet/>
      <dgm:spPr/>
      <dgm:t>
        <a:bodyPr/>
        <a:lstStyle/>
        <a:p>
          <a:endParaRPr lang="en-US"/>
        </a:p>
      </dgm:t>
    </dgm:pt>
    <dgm:pt modelId="{A571E342-3026-4A6F-AC16-CD31899F60F7}" type="sibTrans" cxnId="{B7179BB0-F8B5-4994-8735-25EA5C3BF9B0}">
      <dgm:prSet/>
      <dgm:spPr/>
      <dgm:t>
        <a:bodyPr/>
        <a:lstStyle/>
        <a:p>
          <a:endParaRPr lang="en-US"/>
        </a:p>
      </dgm:t>
    </dgm:pt>
    <dgm:pt modelId="{5A1A222C-6A2D-493F-9B70-A57D064C6BDF}">
      <dgm:prSet/>
      <dgm:spPr/>
      <dgm:t>
        <a:bodyPr/>
        <a:lstStyle/>
        <a:p>
          <a:r>
            <a:rPr lang="en-US"/>
            <a:t>Billing: background job scheduling, idempotent monthly runs</a:t>
          </a:r>
        </a:p>
      </dgm:t>
    </dgm:pt>
    <dgm:pt modelId="{0F3BB300-1D97-4065-88E5-EAB20BE5EE0A}" type="parTrans" cxnId="{47C25EF7-000D-45F9-B248-4B3B8DD0E7BF}">
      <dgm:prSet/>
      <dgm:spPr/>
      <dgm:t>
        <a:bodyPr/>
        <a:lstStyle/>
        <a:p>
          <a:endParaRPr lang="en-US"/>
        </a:p>
      </dgm:t>
    </dgm:pt>
    <dgm:pt modelId="{3E1C1B17-5FD6-4E6C-A7F4-9D5ABC090F80}" type="sibTrans" cxnId="{47C25EF7-000D-45F9-B248-4B3B8DD0E7BF}">
      <dgm:prSet/>
      <dgm:spPr/>
      <dgm:t>
        <a:bodyPr/>
        <a:lstStyle/>
        <a:p>
          <a:endParaRPr lang="en-US"/>
        </a:p>
      </dgm:t>
    </dgm:pt>
    <dgm:pt modelId="{CACFC82C-B092-4CB8-8DF4-8A1F8C2AACC5}">
      <dgm:prSet/>
      <dgm:spPr/>
      <dgm:t>
        <a:bodyPr/>
        <a:lstStyle/>
        <a:p>
          <a:r>
            <a:rPr lang="en-US"/>
            <a:t>Security: authentication and role-based access, secure secrets</a:t>
          </a:r>
        </a:p>
      </dgm:t>
    </dgm:pt>
    <dgm:pt modelId="{26F702C8-F980-46CE-A24F-7A7382A8274A}" type="parTrans" cxnId="{654FFF8A-7EA3-4BA7-A801-83584C1EC498}">
      <dgm:prSet/>
      <dgm:spPr/>
      <dgm:t>
        <a:bodyPr/>
        <a:lstStyle/>
        <a:p>
          <a:endParaRPr lang="en-US"/>
        </a:p>
      </dgm:t>
    </dgm:pt>
    <dgm:pt modelId="{A4FA6002-7A53-40CB-BA1E-21AA89216771}" type="sibTrans" cxnId="{654FFF8A-7EA3-4BA7-A801-83584C1EC498}">
      <dgm:prSet/>
      <dgm:spPr/>
      <dgm:t>
        <a:bodyPr/>
        <a:lstStyle/>
        <a:p>
          <a:endParaRPr lang="en-US"/>
        </a:p>
      </dgm:t>
    </dgm:pt>
    <dgm:pt modelId="{C6F800E1-02CF-4DD4-8E70-EEB84D4DECD0}">
      <dgm:prSet/>
      <dgm:spPr/>
      <dgm:t>
        <a:bodyPr/>
        <a:lstStyle/>
        <a:p>
          <a:r>
            <a:rPr lang="en-US"/>
            <a:t>Ops: logging, monitoring, and configuration per environment</a:t>
          </a:r>
        </a:p>
      </dgm:t>
    </dgm:pt>
    <dgm:pt modelId="{EFB0D3C0-802B-4A76-B0BD-57A6B04AC0DE}" type="parTrans" cxnId="{49D1CE97-73BC-4265-89D3-B2FD3A91D35F}">
      <dgm:prSet/>
      <dgm:spPr/>
      <dgm:t>
        <a:bodyPr/>
        <a:lstStyle/>
        <a:p>
          <a:endParaRPr lang="en-US"/>
        </a:p>
      </dgm:t>
    </dgm:pt>
    <dgm:pt modelId="{292E6124-E8AB-46F0-B984-C320EF8348D9}" type="sibTrans" cxnId="{49D1CE97-73BC-4265-89D3-B2FD3A91D35F}">
      <dgm:prSet/>
      <dgm:spPr/>
      <dgm:t>
        <a:bodyPr/>
        <a:lstStyle/>
        <a:p>
          <a:endParaRPr lang="en-US"/>
        </a:p>
      </dgm:t>
    </dgm:pt>
    <dgm:pt modelId="{5CAFB868-1B4D-4E75-9E67-FCE574C18708}">
      <dgm:prSet/>
      <dgm:spPr/>
      <dgm:t>
        <a:bodyPr/>
        <a:lstStyle/>
        <a:p>
          <a:r>
            <a:rPr lang="en-US"/>
            <a:t>Product: PDF/CSV exports, email delivery, tenant portal</a:t>
          </a:r>
        </a:p>
      </dgm:t>
    </dgm:pt>
    <dgm:pt modelId="{DF3B01E5-65B9-478F-AAFF-11558591AA5E}" type="parTrans" cxnId="{B841020A-9319-414E-AE7B-87D268E38C43}">
      <dgm:prSet/>
      <dgm:spPr/>
      <dgm:t>
        <a:bodyPr/>
        <a:lstStyle/>
        <a:p>
          <a:endParaRPr lang="en-US"/>
        </a:p>
      </dgm:t>
    </dgm:pt>
    <dgm:pt modelId="{EB0D33C7-2026-498A-9298-0D7CD91F11FD}" type="sibTrans" cxnId="{B841020A-9319-414E-AE7B-87D268E38C43}">
      <dgm:prSet/>
      <dgm:spPr/>
      <dgm:t>
        <a:bodyPr/>
        <a:lstStyle/>
        <a:p>
          <a:endParaRPr lang="en-US"/>
        </a:p>
      </dgm:t>
    </dgm:pt>
    <dgm:pt modelId="{6CF1091A-5AF4-488C-B0A8-4602AFF7627F}" type="pres">
      <dgm:prSet presAssocID="{8CE158D6-F2E9-4003-AFD4-73CAE4715C8F}" presName="root" presStyleCnt="0">
        <dgm:presLayoutVars>
          <dgm:dir/>
          <dgm:resizeHandles val="exact"/>
        </dgm:presLayoutVars>
      </dgm:prSet>
      <dgm:spPr/>
    </dgm:pt>
    <dgm:pt modelId="{36733050-60E9-4B77-BEA1-62CF9E047BBD}" type="pres">
      <dgm:prSet presAssocID="{E88C8164-3CC6-4EA5-891F-CB50751D5955}" presName="compNode" presStyleCnt="0"/>
      <dgm:spPr/>
    </dgm:pt>
    <dgm:pt modelId="{43EE2AE5-EBC0-4340-874E-2AC07FBC826A}" type="pres">
      <dgm:prSet presAssocID="{E88C8164-3CC6-4EA5-891F-CB50751D5955}" presName="bgRect" presStyleLbl="bgShp" presStyleIdx="0" presStyleCnt="5"/>
      <dgm:spPr/>
    </dgm:pt>
    <dgm:pt modelId="{750B2065-C0E8-4DDB-9530-4F043C1D2761}" type="pres">
      <dgm:prSet presAssocID="{E88C8164-3CC6-4EA5-891F-CB50751D595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3458461-2F38-4D75-AA36-38099F7C8DE1}" type="pres">
      <dgm:prSet presAssocID="{E88C8164-3CC6-4EA5-891F-CB50751D5955}" presName="spaceRect" presStyleCnt="0"/>
      <dgm:spPr/>
    </dgm:pt>
    <dgm:pt modelId="{74E25993-2D3B-493A-A220-F4F213E64F4A}" type="pres">
      <dgm:prSet presAssocID="{E88C8164-3CC6-4EA5-891F-CB50751D5955}" presName="parTx" presStyleLbl="revTx" presStyleIdx="0" presStyleCnt="5">
        <dgm:presLayoutVars>
          <dgm:chMax val="0"/>
          <dgm:chPref val="0"/>
        </dgm:presLayoutVars>
      </dgm:prSet>
      <dgm:spPr/>
    </dgm:pt>
    <dgm:pt modelId="{D77908B0-DE5B-47C3-A277-2A17FE80735C}" type="pres">
      <dgm:prSet presAssocID="{A571E342-3026-4A6F-AC16-CD31899F60F7}" presName="sibTrans" presStyleCnt="0"/>
      <dgm:spPr/>
    </dgm:pt>
    <dgm:pt modelId="{91C2705B-50B7-43BB-BC15-169685C38310}" type="pres">
      <dgm:prSet presAssocID="{5A1A222C-6A2D-493F-9B70-A57D064C6BDF}" presName="compNode" presStyleCnt="0"/>
      <dgm:spPr/>
    </dgm:pt>
    <dgm:pt modelId="{51A501D4-D9F7-43D4-AF53-E4AA43484A70}" type="pres">
      <dgm:prSet presAssocID="{5A1A222C-6A2D-493F-9B70-A57D064C6BDF}" presName="bgRect" presStyleLbl="bgShp" presStyleIdx="1" presStyleCnt="5"/>
      <dgm:spPr/>
    </dgm:pt>
    <dgm:pt modelId="{32EBB3D5-674D-4B3A-9241-2B94B92B275F}" type="pres">
      <dgm:prSet presAssocID="{5A1A222C-6A2D-493F-9B70-A57D064C6BD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442B64E-B188-4F30-B1D0-9A6F420E5CC1}" type="pres">
      <dgm:prSet presAssocID="{5A1A222C-6A2D-493F-9B70-A57D064C6BDF}" presName="spaceRect" presStyleCnt="0"/>
      <dgm:spPr/>
    </dgm:pt>
    <dgm:pt modelId="{7DA55D9A-3511-4D80-A9D8-5481359B7970}" type="pres">
      <dgm:prSet presAssocID="{5A1A222C-6A2D-493F-9B70-A57D064C6BDF}" presName="parTx" presStyleLbl="revTx" presStyleIdx="1" presStyleCnt="5">
        <dgm:presLayoutVars>
          <dgm:chMax val="0"/>
          <dgm:chPref val="0"/>
        </dgm:presLayoutVars>
      </dgm:prSet>
      <dgm:spPr/>
    </dgm:pt>
    <dgm:pt modelId="{103F2A16-0479-46F5-B762-E02A67947B16}" type="pres">
      <dgm:prSet presAssocID="{3E1C1B17-5FD6-4E6C-A7F4-9D5ABC090F80}" presName="sibTrans" presStyleCnt="0"/>
      <dgm:spPr/>
    </dgm:pt>
    <dgm:pt modelId="{DC2234AF-15EE-46AC-AE02-100664F77578}" type="pres">
      <dgm:prSet presAssocID="{CACFC82C-B092-4CB8-8DF4-8A1F8C2AACC5}" presName="compNode" presStyleCnt="0"/>
      <dgm:spPr/>
    </dgm:pt>
    <dgm:pt modelId="{4CE4670F-46DD-4F7C-810D-5FB7D69FDC61}" type="pres">
      <dgm:prSet presAssocID="{CACFC82C-B092-4CB8-8DF4-8A1F8C2AACC5}" presName="bgRect" presStyleLbl="bgShp" presStyleIdx="2" presStyleCnt="5"/>
      <dgm:spPr/>
    </dgm:pt>
    <dgm:pt modelId="{8DE11B66-F369-441D-BB2F-93530C9258BC}" type="pres">
      <dgm:prSet presAssocID="{CACFC82C-B092-4CB8-8DF4-8A1F8C2AACC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4E586FF-DD2F-41C0-B468-0736DCCB4285}" type="pres">
      <dgm:prSet presAssocID="{CACFC82C-B092-4CB8-8DF4-8A1F8C2AACC5}" presName="spaceRect" presStyleCnt="0"/>
      <dgm:spPr/>
    </dgm:pt>
    <dgm:pt modelId="{0EBA3C75-F641-48E8-8BFD-AF09C1B2D06A}" type="pres">
      <dgm:prSet presAssocID="{CACFC82C-B092-4CB8-8DF4-8A1F8C2AACC5}" presName="parTx" presStyleLbl="revTx" presStyleIdx="2" presStyleCnt="5">
        <dgm:presLayoutVars>
          <dgm:chMax val="0"/>
          <dgm:chPref val="0"/>
        </dgm:presLayoutVars>
      </dgm:prSet>
      <dgm:spPr/>
    </dgm:pt>
    <dgm:pt modelId="{F59C55CB-4C3B-470A-8BD0-25B3E3A88729}" type="pres">
      <dgm:prSet presAssocID="{A4FA6002-7A53-40CB-BA1E-21AA89216771}" presName="sibTrans" presStyleCnt="0"/>
      <dgm:spPr/>
    </dgm:pt>
    <dgm:pt modelId="{22A47A3E-976D-481B-88A5-B6FC7A9F2763}" type="pres">
      <dgm:prSet presAssocID="{C6F800E1-02CF-4DD4-8E70-EEB84D4DECD0}" presName="compNode" presStyleCnt="0"/>
      <dgm:spPr/>
    </dgm:pt>
    <dgm:pt modelId="{3C0AA55C-5531-4089-BBFC-1C02745C6406}" type="pres">
      <dgm:prSet presAssocID="{C6F800E1-02CF-4DD4-8E70-EEB84D4DECD0}" presName="bgRect" presStyleLbl="bgShp" presStyleIdx="3" presStyleCnt="5"/>
      <dgm:spPr/>
    </dgm:pt>
    <dgm:pt modelId="{2B0102C4-99B0-4AF9-9861-B6554695868D}" type="pres">
      <dgm:prSet presAssocID="{C6F800E1-02CF-4DD4-8E70-EEB84D4DECD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35311A5-F979-46D7-B777-D00CE2E2E678}" type="pres">
      <dgm:prSet presAssocID="{C6F800E1-02CF-4DD4-8E70-EEB84D4DECD0}" presName="spaceRect" presStyleCnt="0"/>
      <dgm:spPr/>
    </dgm:pt>
    <dgm:pt modelId="{181B3224-3B53-4ED4-B9F0-D1C515687ABC}" type="pres">
      <dgm:prSet presAssocID="{C6F800E1-02CF-4DD4-8E70-EEB84D4DECD0}" presName="parTx" presStyleLbl="revTx" presStyleIdx="3" presStyleCnt="5">
        <dgm:presLayoutVars>
          <dgm:chMax val="0"/>
          <dgm:chPref val="0"/>
        </dgm:presLayoutVars>
      </dgm:prSet>
      <dgm:spPr/>
    </dgm:pt>
    <dgm:pt modelId="{BB685A9A-385E-458E-9BA3-EFC4BD9C6692}" type="pres">
      <dgm:prSet presAssocID="{292E6124-E8AB-46F0-B984-C320EF8348D9}" presName="sibTrans" presStyleCnt="0"/>
      <dgm:spPr/>
    </dgm:pt>
    <dgm:pt modelId="{E05D95A6-B7AE-4A53-A3CB-7B60FC4B7190}" type="pres">
      <dgm:prSet presAssocID="{5CAFB868-1B4D-4E75-9E67-FCE574C18708}" presName="compNode" presStyleCnt="0"/>
      <dgm:spPr/>
    </dgm:pt>
    <dgm:pt modelId="{8C910275-338F-4385-BD1A-DF4BECF93DC3}" type="pres">
      <dgm:prSet presAssocID="{5CAFB868-1B4D-4E75-9E67-FCE574C18708}" presName="bgRect" presStyleLbl="bgShp" presStyleIdx="4" presStyleCnt="5"/>
      <dgm:spPr/>
    </dgm:pt>
    <dgm:pt modelId="{764193BE-09BA-4CBD-AE95-EB0818EEA3C4}" type="pres">
      <dgm:prSet presAssocID="{5CAFB868-1B4D-4E75-9E67-FCE574C1870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8D79413-07CF-4417-8A6B-E8BABB253870}" type="pres">
      <dgm:prSet presAssocID="{5CAFB868-1B4D-4E75-9E67-FCE574C18708}" presName="spaceRect" presStyleCnt="0"/>
      <dgm:spPr/>
    </dgm:pt>
    <dgm:pt modelId="{4EE1DED3-C1EF-4C24-AFDF-9C1379976F41}" type="pres">
      <dgm:prSet presAssocID="{5CAFB868-1B4D-4E75-9E67-FCE574C1870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841020A-9319-414E-AE7B-87D268E38C43}" srcId="{8CE158D6-F2E9-4003-AFD4-73CAE4715C8F}" destId="{5CAFB868-1B4D-4E75-9E67-FCE574C18708}" srcOrd="4" destOrd="0" parTransId="{DF3B01E5-65B9-478F-AAFF-11558591AA5E}" sibTransId="{EB0D33C7-2026-498A-9298-0D7CD91F11FD}"/>
    <dgm:cxn modelId="{C0CD5731-E9C8-4C82-873D-E4AD122D0F15}" type="presOf" srcId="{5CAFB868-1B4D-4E75-9E67-FCE574C18708}" destId="{4EE1DED3-C1EF-4C24-AFDF-9C1379976F41}" srcOrd="0" destOrd="0" presId="urn:microsoft.com/office/officeart/2018/2/layout/IconVerticalSolidList"/>
    <dgm:cxn modelId="{DD7AF264-F2C1-4B5B-9904-C4EDCBF11092}" type="presOf" srcId="{5A1A222C-6A2D-493F-9B70-A57D064C6BDF}" destId="{7DA55D9A-3511-4D80-A9D8-5481359B7970}" srcOrd="0" destOrd="0" presId="urn:microsoft.com/office/officeart/2018/2/layout/IconVerticalSolidList"/>
    <dgm:cxn modelId="{1EFD3C6C-2614-4C65-9A0E-97ECF640753F}" type="presOf" srcId="{8CE158D6-F2E9-4003-AFD4-73CAE4715C8F}" destId="{6CF1091A-5AF4-488C-B0A8-4602AFF7627F}" srcOrd="0" destOrd="0" presId="urn:microsoft.com/office/officeart/2018/2/layout/IconVerticalSolidList"/>
    <dgm:cxn modelId="{654FFF8A-7EA3-4BA7-A801-83584C1EC498}" srcId="{8CE158D6-F2E9-4003-AFD4-73CAE4715C8F}" destId="{CACFC82C-B092-4CB8-8DF4-8A1F8C2AACC5}" srcOrd="2" destOrd="0" parTransId="{26F702C8-F980-46CE-A24F-7A7382A8274A}" sibTransId="{A4FA6002-7A53-40CB-BA1E-21AA89216771}"/>
    <dgm:cxn modelId="{E2F8478C-DBCE-43D0-9BA7-746C5CFFF59A}" type="presOf" srcId="{CACFC82C-B092-4CB8-8DF4-8A1F8C2AACC5}" destId="{0EBA3C75-F641-48E8-8BFD-AF09C1B2D06A}" srcOrd="0" destOrd="0" presId="urn:microsoft.com/office/officeart/2018/2/layout/IconVerticalSolidList"/>
    <dgm:cxn modelId="{49D1CE97-73BC-4265-89D3-B2FD3A91D35F}" srcId="{8CE158D6-F2E9-4003-AFD4-73CAE4715C8F}" destId="{C6F800E1-02CF-4DD4-8E70-EEB84D4DECD0}" srcOrd="3" destOrd="0" parTransId="{EFB0D3C0-802B-4A76-B0BD-57A6B04AC0DE}" sibTransId="{292E6124-E8AB-46F0-B984-C320EF8348D9}"/>
    <dgm:cxn modelId="{B7179BB0-F8B5-4994-8735-25EA5C3BF9B0}" srcId="{8CE158D6-F2E9-4003-AFD4-73CAE4715C8F}" destId="{E88C8164-3CC6-4EA5-891F-CB50751D5955}" srcOrd="0" destOrd="0" parTransId="{AFEE6524-5F10-4FB4-A3D6-B54FC3D593E4}" sibTransId="{A571E342-3026-4A6F-AC16-CD31899F60F7}"/>
    <dgm:cxn modelId="{5FAA8FDB-8469-4EAC-8478-62BDA5DB88A5}" type="presOf" srcId="{C6F800E1-02CF-4DD4-8E70-EEB84D4DECD0}" destId="{181B3224-3B53-4ED4-B9F0-D1C515687ABC}" srcOrd="0" destOrd="0" presId="urn:microsoft.com/office/officeart/2018/2/layout/IconVerticalSolidList"/>
    <dgm:cxn modelId="{47C25EF7-000D-45F9-B248-4B3B8DD0E7BF}" srcId="{8CE158D6-F2E9-4003-AFD4-73CAE4715C8F}" destId="{5A1A222C-6A2D-493F-9B70-A57D064C6BDF}" srcOrd="1" destOrd="0" parTransId="{0F3BB300-1D97-4065-88E5-EAB20BE5EE0A}" sibTransId="{3E1C1B17-5FD6-4E6C-A7F4-9D5ABC090F80}"/>
    <dgm:cxn modelId="{7005CFFE-D934-4116-BF1A-73F9B9E783E2}" type="presOf" srcId="{E88C8164-3CC6-4EA5-891F-CB50751D5955}" destId="{74E25993-2D3B-493A-A220-F4F213E64F4A}" srcOrd="0" destOrd="0" presId="urn:microsoft.com/office/officeart/2018/2/layout/IconVerticalSolidList"/>
    <dgm:cxn modelId="{4EAFFAC0-AFBE-4131-947F-65E6D5E390F6}" type="presParOf" srcId="{6CF1091A-5AF4-488C-B0A8-4602AFF7627F}" destId="{36733050-60E9-4B77-BEA1-62CF9E047BBD}" srcOrd="0" destOrd="0" presId="urn:microsoft.com/office/officeart/2018/2/layout/IconVerticalSolidList"/>
    <dgm:cxn modelId="{B5FDD148-6653-4EF4-9902-2C8387EA60AD}" type="presParOf" srcId="{36733050-60E9-4B77-BEA1-62CF9E047BBD}" destId="{43EE2AE5-EBC0-4340-874E-2AC07FBC826A}" srcOrd="0" destOrd="0" presId="urn:microsoft.com/office/officeart/2018/2/layout/IconVerticalSolidList"/>
    <dgm:cxn modelId="{B58E6BC1-6D69-4EFA-A225-2F6375B59726}" type="presParOf" srcId="{36733050-60E9-4B77-BEA1-62CF9E047BBD}" destId="{750B2065-C0E8-4DDB-9530-4F043C1D2761}" srcOrd="1" destOrd="0" presId="urn:microsoft.com/office/officeart/2018/2/layout/IconVerticalSolidList"/>
    <dgm:cxn modelId="{F821F782-BACF-4CB6-97A6-DADB7BCB6E4B}" type="presParOf" srcId="{36733050-60E9-4B77-BEA1-62CF9E047BBD}" destId="{A3458461-2F38-4D75-AA36-38099F7C8DE1}" srcOrd="2" destOrd="0" presId="urn:microsoft.com/office/officeart/2018/2/layout/IconVerticalSolidList"/>
    <dgm:cxn modelId="{503A3B73-AE10-4D99-A497-09B9B918AC94}" type="presParOf" srcId="{36733050-60E9-4B77-BEA1-62CF9E047BBD}" destId="{74E25993-2D3B-493A-A220-F4F213E64F4A}" srcOrd="3" destOrd="0" presId="urn:microsoft.com/office/officeart/2018/2/layout/IconVerticalSolidList"/>
    <dgm:cxn modelId="{78C81AC0-C731-4FB3-85B3-A9D98F9EBBDD}" type="presParOf" srcId="{6CF1091A-5AF4-488C-B0A8-4602AFF7627F}" destId="{D77908B0-DE5B-47C3-A277-2A17FE80735C}" srcOrd="1" destOrd="0" presId="urn:microsoft.com/office/officeart/2018/2/layout/IconVerticalSolidList"/>
    <dgm:cxn modelId="{7CD9D33D-F3F2-4218-AB18-DFD2F99F2769}" type="presParOf" srcId="{6CF1091A-5AF4-488C-B0A8-4602AFF7627F}" destId="{91C2705B-50B7-43BB-BC15-169685C38310}" srcOrd="2" destOrd="0" presId="urn:microsoft.com/office/officeart/2018/2/layout/IconVerticalSolidList"/>
    <dgm:cxn modelId="{9FFD10F9-2F03-4CF5-BDAB-08D3A2884258}" type="presParOf" srcId="{91C2705B-50B7-43BB-BC15-169685C38310}" destId="{51A501D4-D9F7-43D4-AF53-E4AA43484A70}" srcOrd="0" destOrd="0" presId="urn:microsoft.com/office/officeart/2018/2/layout/IconVerticalSolidList"/>
    <dgm:cxn modelId="{1313C1A2-E595-493A-8D40-F653122C71ED}" type="presParOf" srcId="{91C2705B-50B7-43BB-BC15-169685C38310}" destId="{32EBB3D5-674D-4B3A-9241-2B94B92B275F}" srcOrd="1" destOrd="0" presId="urn:microsoft.com/office/officeart/2018/2/layout/IconVerticalSolidList"/>
    <dgm:cxn modelId="{C332C432-8B27-4651-9FE7-681C994B3A1C}" type="presParOf" srcId="{91C2705B-50B7-43BB-BC15-169685C38310}" destId="{7442B64E-B188-4F30-B1D0-9A6F420E5CC1}" srcOrd="2" destOrd="0" presId="urn:microsoft.com/office/officeart/2018/2/layout/IconVerticalSolidList"/>
    <dgm:cxn modelId="{56606517-0756-47AC-8644-DCA96C77A7C6}" type="presParOf" srcId="{91C2705B-50B7-43BB-BC15-169685C38310}" destId="{7DA55D9A-3511-4D80-A9D8-5481359B7970}" srcOrd="3" destOrd="0" presId="urn:microsoft.com/office/officeart/2018/2/layout/IconVerticalSolidList"/>
    <dgm:cxn modelId="{BFF3FC38-2A5B-4555-B70C-6FE530B7FB26}" type="presParOf" srcId="{6CF1091A-5AF4-488C-B0A8-4602AFF7627F}" destId="{103F2A16-0479-46F5-B762-E02A67947B16}" srcOrd="3" destOrd="0" presId="urn:microsoft.com/office/officeart/2018/2/layout/IconVerticalSolidList"/>
    <dgm:cxn modelId="{30AD982F-C286-431B-B16E-00FFD4385994}" type="presParOf" srcId="{6CF1091A-5AF4-488C-B0A8-4602AFF7627F}" destId="{DC2234AF-15EE-46AC-AE02-100664F77578}" srcOrd="4" destOrd="0" presId="urn:microsoft.com/office/officeart/2018/2/layout/IconVerticalSolidList"/>
    <dgm:cxn modelId="{0B8FC118-0FC3-4952-94EA-F359AB8F3825}" type="presParOf" srcId="{DC2234AF-15EE-46AC-AE02-100664F77578}" destId="{4CE4670F-46DD-4F7C-810D-5FB7D69FDC61}" srcOrd="0" destOrd="0" presId="urn:microsoft.com/office/officeart/2018/2/layout/IconVerticalSolidList"/>
    <dgm:cxn modelId="{3F5E14BE-1EB6-4964-9E8F-47883E57456D}" type="presParOf" srcId="{DC2234AF-15EE-46AC-AE02-100664F77578}" destId="{8DE11B66-F369-441D-BB2F-93530C9258BC}" srcOrd="1" destOrd="0" presId="urn:microsoft.com/office/officeart/2018/2/layout/IconVerticalSolidList"/>
    <dgm:cxn modelId="{16F07DCA-01AB-4DB9-93AC-6A736FE53A21}" type="presParOf" srcId="{DC2234AF-15EE-46AC-AE02-100664F77578}" destId="{74E586FF-DD2F-41C0-B468-0736DCCB4285}" srcOrd="2" destOrd="0" presId="urn:microsoft.com/office/officeart/2018/2/layout/IconVerticalSolidList"/>
    <dgm:cxn modelId="{582FAD4A-04AB-4803-9730-108D26705F8C}" type="presParOf" srcId="{DC2234AF-15EE-46AC-AE02-100664F77578}" destId="{0EBA3C75-F641-48E8-8BFD-AF09C1B2D06A}" srcOrd="3" destOrd="0" presId="urn:microsoft.com/office/officeart/2018/2/layout/IconVerticalSolidList"/>
    <dgm:cxn modelId="{C5C4B722-2DF9-43EB-AF86-1597E2F091B1}" type="presParOf" srcId="{6CF1091A-5AF4-488C-B0A8-4602AFF7627F}" destId="{F59C55CB-4C3B-470A-8BD0-25B3E3A88729}" srcOrd="5" destOrd="0" presId="urn:microsoft.com/office/officeart/2018/2/layout/IconVerticalSolidList"/>
    <dgm:cxn modelId="{64FCE2A2-70AE-4961-9605-BE2E67142966}" type="presParOf" srcId="{6CF1091A-5AF4-488C-B0A8-4602AFF7627F}" destId="{22A47A3E-976D-481B-88A5-B6FC7A9F2763}" srcOrd="6" destOrd="0" presId="urn:microsoft.com/office/officeart/2018/2/layout/IconVerticalSolidList"/>
    <dgm:cxn modelId="{79485008-7F82-4D92-871C-8DBB91655085}" type="presParOf" srcId="{22A47A3E-976D-481B-88A5-B6FC7A9F2763}" destId="{3C0AA55C-5531-4089-BBFC-1C02745C6406}" srcOrd="0" destOrd="0" presId="urn:microsoft.com/office/officeart/2018/2/layout/IconVerticalSolidList"/>
    <dgm:cxn modelId="{E7C17683-FFD6-47ED-A99B-37B58210B1EB}" type="presParOf" srcId="{22A47A3E-976D-481B-88A5-B6FC7A9F2763}" destId="{2B0102C4-99B0-4AF9-9861-B6554695868D}" srcOrd="1" destOrd="0" presId="urn:microsoft.com/office/officeart/2018/2/layout/IconVerticalSolidList"/>
    <dgm:cxn modelId="{5BBB31D1-B21F-4231-BCBD-04107B4D589B}" type="presParOf" srcId="{22A47A3E-976D-481B-88A5-B6FC7A9F2763}" destId="{035311A5-F979-46D7-B777-D00CE2E2E678}" srcOrd="2" destOrd="0" presId="urn:microsoft.com/office/officeart/2018/2/layout/IconVerticalSolidList"/>
    <dgm:cxn modelId="{17E09F9D-BE14-47BE-8DC8-106DCBAD5969}" type="presParOf" srcId="{22A47A3E-976D-481B-88A5-B6FC7A9F2763}" destId="{181B3224-3B53-4ED4-B9F0-D1C515687ABC}" srcOrd="3" destOrd="0" presId="urn:microsoft.com/office/officeart/2018/2/layout/IconVerticalSolidList"/>
    <dgm:cxn modelId="{45735D3E-9FDD-420B-AF24-F90B3E778523}" type="presParOf" srcId="{6CF1091A-5AF4-488C-B0A8-4602AFF7627F}" destId="{BB685A9A-385E-458E-9BA3-EFC4BD9C6692}" srcOrd="7" destOrd="0" presId="urn:microsoft.com/office/officeart/2018/2/layout/IconVerticalSolidList"/>
    <dgm:cxn modelId="{C2A54FAA-8651-4D63-9845-D68E1325A1C6}" type="presParOf" srcId="{6CF1091A-5AF4-488C-B0A8-4602AFF7627F}" destId="{E05D95A6-B7AE-4A53-A3CB-7B60FC4B7190}" srcOrd="8" destOrd="0" presId="urn:microsoft.com/office/officeart/2018/2/layout/IconVerticalSolidList"/>
    <dgm:cxn modelId="{F587C645-C019-436D-969A-E266C2DB9F0B}" type="presParOf" srcId="{E05D95A6-B7AE-4A53-A3CB-7B60FC4B7190}" destId="{8C910275-338F-4385-BD1A-DF4BECF93DC3}" srcOrd="0" destOrd="0" presId="urn:microsoft.com/office/officeart/2018/2/layout/IconVerticalSolidList"/>
    <dgm:cxn modelId="{4C1554DF-AFCC-4D4F-8FDD-E27C4A8BAA68}" type="presParOf" srcId="{E05D95A6-B7AE-4A53-A3CB-7B60FC4B7190}" destId="{764193BE-09BA-4CBD-AE95-EB0818EEA3C4}" srcOrd="1" destOrd="0" presId="urn:microsoft.com/office/officeart/2018/2/layout/IconVerticalSolidList"/>
    <dgm:cxn modelId="{41CAE635-DF3E-433F-8ACD-915965AF2022}" type="presParOf" srcId="{E05D95A6-B7AE-4A53-A3CB-7B60FC4B7190}" destId="{38D79413-07CF-4417-8A6B-E8BABB253870}" srcOrd="2" destOrd="0" presId="urn:microsoft.com/office/officeart/2018/2/layout/IconVerticalSolidList"/>
    <dgm:cxn modelId="{9E2C0A8A-5F73-47A9-A717-2ABEA22B21DC}" type="presParOf" srcId="{E05D95A6-B7AE-4A53-A3CB-7B60FC4B7190}" destId="{4EE1DED3-C1EF-4C24-AFDF-9C1379976F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44F5038-0BAE-47E7-BFA1-A23F75294F9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91B1C5F-8065-44E8-B599-388A08CD79C6}">
      <dgm:prSet/>
      <dgm:spPr/>
      <dgm:t>
        <a:bodyPr/>
        <a:lstStyle/>
        <a:p>
          <a:r>
            <a:rPr lang="en-US"/>
            <a:t>EnergyOps demonstrates end-to-end SaaS thinking: APIs, data model, billing logic, analytics UI</a:t>
          </a:r>
        </a:p>
      </dgm:t>
    </dgm:pt>
    <dgm:pt modelId="{531D6ABC-EBDB-49C5-99E8-311F8B4AEEEE}" type="parTrans" cxnId="{D2238E72-C178-4B0F-B075-9E342ED6F33F}">
      <dgm:prSet/>
      <dgm:spPr/>
      <dgm:t>
        <a:bodyPr/>
        <a:lstStyle/>
        <a:p>
          <a:endParaRPr lang="en-US"/>
        </a:p>
      </dgm:t>
    </dgm:pt>
    <dgm:pt modelId="{68E26EFF-0E7C-4045-BC96-EB7FB02780BA}" type="sibTrans" cxnId="{D2238E72-C178-4B0F-B075-9E342ED6F33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3AA2375F-49E0-4155-8A3D-9FE8D15DBF5A}">
      <dgm:prSet/>
      <dgm:spPr/>
      <dgm:t>
        <a:bodyPr/>
        <a:lstStyle/>
        <a:p>
          <a:r>
            <a:rPr lang="en-US"/>
            <a:t>Energy domain alignment: submetering, usage visibility, billing accuracy</a:t>
          </a:r>
        </a:p>
      </dgm:t>
    </dgm:pt>
    <dgm:pt modelId="{2607DEB8-5A71-4DA2-A4AF-A82D56C9E603}" type="parTrans" cxnId="{BDA4C2DF-D6A7-425E-8423-297A4CBF6DFF}">
      <dgm:prSet/>
      <dgm:spPr/>
      <dgm:t>
        <a:bodyPr/>
        <a:lstStyle/>
        <a:p>
          <a:endParaRPr lang="en-US"/>
        </a:p>
      </dgm:t>
    </dgm:pt>
    <dgm:pt modelId="{722F5374-6E70-495D-9177-AE229A6C3CB5}" type="sibTrans" cxnId="{BDA4C2DF-D6A7-425E-8423-297A4CBF6DFF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18400B6-7E60-4896-965C-5554A16B12FF}">
      <dgm:prSet/>
      <dgm:spPr/>
      <dgm:t>
        <a:bodyPr/>
        <a:lstStyle/>
        <a:p>
          <a:r>
            <a:rPr lang="en-US"/>
            <a:t>Happy to walk through code, tradeoffs, and how I would productionize it</a:t>
          </a:r>
        </a:p>
      </dgm:t>
    </dgm:pt>
    <dgm:pt modelId="{9B2C5A1B-8A17-4102-AB6B-22E65D248580}" type="parTrans" cxnId="{FA782F08-6187-4858-9E86-18C58D20A7AC}">
      <dgm:prSet/>
      <dgm:spPr/>
      <dgm:t>
        <a:bodyPr/>
        <a:lstStyle/>
        <a:p>
          <a:endParaRPr lang="en-US"/>
        </a:p>
      </dgm:t>
    </dgm:pt>
    <dgm:pt modelId="{43F3309E-ED61-4F24-9090-208034287F73}" type="sibTrans" cxnId="{FA782F08-6187-4858-9E86-18C58D20A7A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20CF716D-CCA1-4295-9DAE-38316682C458}" type="pres">
      <dgm:prSet presAssocID="{144F5038-0BAE-47E7-BFA1-A23F75294F92}" presName="Name0" presStyleCnt="0">
        <dgm:presLayoutVars>
          <dgm:animLvl val="lvl"/>
          <dgm:resizeHandles val="exact"/>
        </dgm:presLayoutVars>
      </dgm:prSet>
      <dgm:spPr/>
    </dgm:pt>
    <dgm:pt modelId="{25096296-2490-43E2-B3C9-5247B2A0ABE0}" type="pres">
      <dgm:prSet presAssocID="{B91B1C5F-8065-44E8-B599-388A08CD79C6}" presName="compositeNode" presStyleCnt="0">
        <dgm:presLayoutVars>
          <dgm:bulletEnabled val="1"/>
        </dgm:presLayoutVars>
      </dgm:prSet>
      <dgm:spPr/>
    </dgm:pt>
    <dgm:pt modelId="{94401308-86E5-4964-9C38-F8E32BE56D0E}" type="pres">
      <dgm:prSet presAssocID="{B91B1C5F-8065-44E8-B599-388A08CD79C6}" presName="bgRect" presStyleLbl="alignNode1" presStyleIdx="0" presStyleCnt="3"/>
      <dgm:spPr/>
    </dgm:pt>
    <dgm:pt modelId="{50554820-D147-459C-84EC-9919530619E5}" type="pres">
      <dgm:prSet presAssocID="{68E26EFF-0E7C-4045-BC96-EB7FB02780BA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FA2716AE-FA78-4353-93F1-CA2A586AAE0D}" type="pres">
      <dgm:prSet presAssocID="{B91B1C5F-8065-44E8-B599-388A08CD79C6}" presName="nodeRect" presStyleLbl="alignNode1" presStyleIdx="0" presStyleCnt="3">
        <dgm:presLayoutVars>
          <dgm:bulletEnabled val="1"/>
        </dgm:presLayoutVars>
      </dgm:prSet>
      <dgm:spPr/>
    </dgm:pt>
    <dgm:pt modelId="{3BA5E708-93B2-433C-884F-C0EE4EAC340A}" type="pres">
      <dgm:prSet presAssocID="{68E26EFF-0E7C-4045-BC96-EB7FB02780BA}" presName="sibTrans" presStyleCnt="0"/>
      <dgm:spPr/>
    </dgm:pt>
    <dgm:pt modelId="{C1EE3955-959C-4632-8167-5780CFB1C5F5}" type="pres">
      <dgm:prSet presAssocID="{3AA2375F-49E0-4155-8A3D-9FE8D15DBF5A}" presName="compositeNode" presStyleCnt="0">
        <dgm:presLayoutVars>
          <dgm:bulletEnabled val="1"/>
        </dgm:presLayoutVars>
      </dgm:prSet>
      <dgm:spPr/>
    </dgm:pt>
    <dgm:pt modelId="{03380166-E050-4F65-AE62-C95AFCFF597C}" type="pres">
      <dgm:prSet presAssocID="{3AA2375F-49E0-4155-8A3D-9FE8D15DBF5A}" presName="bgRect" presStyleLbl="alignNode1" presStyleIdx="1" presStyleCnt="3"/>
      <dgm:spPr/>
    </dgm:pt>
    <dgm:pt modelId="{81308F66-07A7-4A2B-A923-8F12883C28BB}" type="pres">
      <dgm:prSet presAssocID="{722F5374-6E70-495D-9177-AE229A6C3CB5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02F89434-AEDC-44E1-9306-3B1214557863}" type="pres">
      <dgm:prSet presAssocID="{3AA2375F-49E0-4155-8A3D-9FE8D15DBF5A}" presName="nodeRect" presStyleLbl="alignNode1" presStyleIdx="1" presStyleCnt="3">
        <dgm:presLayoutVars>
          <dgm:bulletEnabled val="1"/>
        </dgm:presLayoutVars>
      </dgm:prSet>
      <dgm:spPr/>
    </dgm:pt>
    <dgm:pt modelId="{04E038E8-2FDB-498F-B6AC-AD3DA3120443}" type="pres">
      <dgm:prSet presAssocID="{722F5374-6E70-495D-9177-AE229A6C3CB5}" presName="sibTrans" presStyleCnt="0"/>
      <dgm:spPr/>
    </dgm:pt>
    <dgm:pt modelId="{99DCE15A-E6E3-49DB-9FA0-B08625E21FFD}" type="pres">
      <dgm:prSet presAssocID="{418400B6-7E60-4896-965C-5554A16B12FF}" presName="compositeNode" presStyleCnt="0">
        <dgm:presLayoutVars>
          <dgm:bulletEnabled val="1"/>
        </dgm:presLayoutVars>
      </dgm:prSet>
      <dgm:spPr/>
    </dgm:pt>
    <dgm:pt modelId="{0138A241-5ECE-40E0-A10A-044D6239BF80}" type="pres">
      <dgm:prSet presAssocID="{418400B6-7E60-4896-965C-5554A16B12FF}" presName="bgRect" presStyleLbl="alignNode1" presStyleIdx="2" presStyleCnt="3"/>
      <dgm:spPr/>
    </dgm:pt>
    <dgm:pt modelId="{5369614F-AAFA-4897-9ED2-E4980CD915E5}" type="pres">
      <dgm:prSet presAssocID="{43F3309E-ED61-4F24-9090-208034287F73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B9ACD41-0D74-4B87-AD2B-11268C4E6CA0}" type="pres">
      <dgm:prSet presAssocID="{418400B6-7E60-4896-965C-5554A16B12F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25F2DE03-7D52-43BD-A982-75A5CCA0478B}" type="presOf" srcId="{144F5038-0BAE-47E7-BFA1-A23F75294F92}" destId="{20CF716D-CCA1-4295-9DAE-38316682C458}" srcOrd="0" destOrd="0" presId="urn:microsoft.com/office/officeart/2016/7/layout/LinearBlockProcessNumbered"/>
    <dgm:cxn modelId="{FA782F08-6187-4858-9E86-18C58D20A7AC}" srcId="{144F5038-0BAE-47E7-BFA1-A23F75294F92}" destId="{418400B6-7E60-4896-965C-5554A16B12FF}" srcOrd="2" destOrd="0" parTransId="{9B2C5A1B-8A17-4102-AB6B-22E65D248580}" sibTransId="{43F3309E-ED61-4F24-9090-208034287F73}"/>
    <dgm:cxn modelId="{E2269812-75CA-43C5-9607-73A2C184EC7E}" type="presOf" srcId="{3AA2375F-49E0-4155-8A3D-9FE8D15DBF5A}" destId="{03380166-E050-4F65-AE62-C95AFCFF597C}" srcOrd="0" destOrd="0" presId="urn:microsoft.com/office/officeart/2016/7/layout/LinearBlockProcessNumbered"/>
    <dgm:cxn modelId="{19F3141D-E0AD-4090-9766-93734E138BD0}" type="presOf" srcId="{418400B6-7E60-4896-965C-5554A16B12FF}" destId="{6B9ACD41-0D74-4B87-AD2B-11268C4E6CA0}" srcOrd="1" destOrd="0" presId="urn:microsoft.com/office/officeart/2016/7/layout/LinearBlockProcessNumbered"/>
    <dgm:cxn modelId="{E775DC44-EA53-4AB1-B447-8A9F42D03717}" type="presOf" srcId="{3AA2375F-49E0-4155-8A3D-9FE8D15DBF5A}" destId="{02F89434-AEDC-44E1-9306-3B1214557863}" srcOrd="1" destOrd="0" presId="urn:microsoft.com/office/officeart/2016/7/layout/LinearBlockProcessNumbered"/>
    <dgm:cxn modelId="{2DF9FF48-5D56-427A-824A-D8A900EB5C16}" type="presOf" srcId="{722F5374-6E70-495D-9177-AE229A6C3CB5}" destId="{81308F66-07A7-4A2B-A923-8F12883C28BB}" srcOrd="0" destOrd="0" presId="urn:microsoft.com/office/officeart/2016/7/layout/LinearBlockProcessNumbered"/>
    <dgm:cxn modelId="{D2238E72-C178-4B0F-B075-9E342ED6F33F}" srcId="{144F5038-0BAE-47E7-BFA1-A23F75294F92}" destId="{B91B1C5F-8065-44E8-B599-388A08CD79C6}" srcOrd="0" destOrd="0" parTransId="{531D6ABC-EBDB-49C5-99E8-311F8B4AEEEE}" sibTransId="{68E26EFF-0E7C-4045-BC96-EB7FB02780BA}"/>
    <dgm:cxn modelId="{E362F185-EDC0-4D28-8405-42966B39A92B}" type="presOf" srcId="{B91B1C5F-8065-44E8-B599-388A08CD79C6}" destId="{94401308-86E5-4964-9C38-F8E32BE56D0E}" srcOrd="0" destOrd="0" presId="urn:microsoft.com/office/officeart/2016/7/layout/LinearBlockProcessNumbered"/>
    <dgm:cxn modelId="{D9C43FCB-96AF-47AD-98FB-BE6B400F80AB}" type="presOf" srcId="{418400B6-7E60-4896-965C-5554A16B12FF}" destId="{0138A241-5ECE-40E0-A10A-044D6239BF80}" srcOrd="0" destOrd="0" presId="urn:microsoft.com/office/officeart/2016/7/layout/LinearBlockProcessNumbered"/>
    <dgm:cxn modelId="{6F2D46D1-880A-48E5-9AD1-97AACFDF0B03}" type="presOf" srcId="{68E26EFF-0E7C-4045-BC96-EB7FB02780BA}" destId="{50554820-D147-459C-84EC-9919530619E5}" srcOrd="0" destOrd="0" presId="urn:microsoft.com/office/officeart/2016/7/layout/LinearBlockProcessNumbered"/>
    <dgm:cxn modelId="{BDA4C2DF-D6A7-425E-8423-297A4CBF6DFF}" srcId="{144F5038-0BAE-47E7-BFA1-A23F75294F92}" destId="{3AA2375F-49E0-4155-8A3D-9FE8D15DBF5A}" srcOrd="1" destOrd="0" parTransId="{2607DEB8-5A71-4DA2-A4AF-A82D56C9E603}" sibTransId="{722F5374-6E70-495D-9177-AE229A6C3CB5}"/>
    <dgm:cxn modelId="{A7809CE1-A79E-48F9-8CCF-D58D5A35FF51}" type="presOf" srcId="{43F3309E-ED61-4F24-9090-208034287F73}" destId="{5369614F-AAFA-4897-9ED2-E4980CD915E5}" srcOrd="0" destOrd="0" presId="urn:microsoft.com/office/officeart/2016/7/layout/LinearBlockProcessNumbered"/>
    <dgm:cxn modelId="{D8DB03F4-036C-4614-9ECD-FC5581DF835A}" type="presOf" srcId="{B91B1C5F-8065-44E8-B599-388A08CD79C6}" destId="{FA2716AE-FA78-4353-93F1-CA2A586AAE0D}" srcOrd="1" destOrd="0" presId="urn:microsoft.com/office/officeart/2016/7/layout/LinearBlockProcessNumbered"/>
    <dgm:cxn modelId="{5136715A-31C6-44C8-A8EE-5D9DFFAA9BD6}" type="presParOf" srcId="{20CF716D-CCA1-4295-9DAE-38316682C458}" destId="{25096296-2490-43E2-B3C9-5247B2A0ABE0}" srcOrd="0" destOrd="0" presId="urn:microsoft.com/office/officeart/2016/7/layout/LinearBlockProcessNumbered"/>
    <dgm:cxn modelId="{899A7EB9-E000-4CBB-B3D0-75E52BC7818D}" type="presParOf" srcId="{25096296-2490-43E2-B3C9-5247B2A0ABE0}" destId="{94401308-86E5-4964-9C38-F8E32BE56D0E}" srcOrd="0" destOrd="0" presId="urn:microsoft.com/office/officeart/2016/7/layout/LinearBlockProcessNumbered"/>
    <dgm:cxn modelId="{D6FBE00D-6B82-4F0D-BFEF-61852A3230A4}" type="presParOf" srcId="{25096296-2490-43E2-B3C9-5247B2A0ABE0}" destId="{50554820-D147-459C-84EC-9919530619E5}" srcOrd="1" destOrd="0" presId="urn:microsoft.com/office/officeart/2016/7/layout/LinearBlockProcessNumbered"/>
    <dgm:cxn modelId="{8A947EF0-99C9-43BF-9B30-C54BD4B7F191}" type="presParOf" srcId="{25096296-2490-43E2-B3C9-5247B2A0ABE0}" destId="{FA2716AE-FA78-4353-93F1-CA2A586AAE0D}" srcOrd="2" destOrd="0" presId="urn:microsoft.com/office/officeart/2016/7/layout/LinearBlockProcessNumbered"/>
    <dgm:cxn modelId="{7FBEE7CE-729A-4A87-84B4-AE54ABE91AE3}" type="presParOf" srcId="{20CF716D-CCA1-4295-9DAE-38316682C458}" destId="{3BA5E708-93B2-433C-884F-C0EE4EAC340A}" srcOrd="1" destOrd="0" presId="urn:microsoft.com/office/officeart/2016/7/layout/LinearBlockProcessNumbered"/>
    <dgm:cxn modelId="{B4AD9285-EB11-4170-B216-7132D52C243C}" type="presParOf" srcId="{20CF716D-CCA1-4295-9DAE-38316682C458}" destId="{C1EE3955-959C-4632-8167-5780CFB1C5F5}" srcOrd="2" destOrd="0" presId="urn:microsoft.com/office/officeart/2016/7/layout/LinearBlockProcessNumbered"/>
    <dgm:cxn modelId="{F82FD497-2EA8-4B27-9C95-1E9C7CC46004}" type="presParOf" srcId="{C1EE3955-959C-4632-8167-5780CFB1C5F5}" destId="{03380166-E050-4F65-AE62-C95AFCFF597C}" srcOrd="0" destOrd="0" presId="urn:microsoft.com/office/officeart/2016/7/layout/LinearBlockProcessNumbered"/>
    <dgm:cxn modelId="{E5CAA3F3-D1C0-47E9-BD49-C5BC2B4EEE45}" type="presParOf" srcId="{C1EE3955-959C-4632-8167-5780CFB1C5F5}" destId="{81308F66-07A7-4A2B-A923-8F12883C28BB}" srcOrd="1" destOrd="0" presId="urn:microsoft.com/office/officeart/2016/7/layout/LinearBlockProcessNumbered"/>
    <dgm:cxn modelId="{5737A8A7-D8A5-4C60-9531-B5774766EE71}" type="presParOf" srcId="{C1EE3955-959C-4632-8167-5780CFB1C5F5}" destId="{02F89434-AEDC-44E1-9306-3B1214557863}" srcOrd="2" destOrd="0" presId="urn:microsoft.com/office/officeart/2016/7/layout/LinearBlockProcessNumbered"/>
    <dgm:cxn modelId="{BCFA3364-0E5D-4D76-829B-721BB859D88E}" type="presParOf" srcId="{20CF716D-CCA1-4295-9DAE-38316682C458}" destId="{04E038E8-2FDB-498F-B6AC-AD3DA3120443}" srcOrd="3" destOrd="0" presId="urn:microsoft.com/office/officeart/2016/7/layout/LinearBlockProcessNumbered"/>
    <dgm:cxn modelId="{0A5BD4C6-A3CB-471E-A605-318C86AEE5F9}" type="presParOf" srcId="{20CF716D-CCA1-4295-9DAE-38316682C458}" destId="{99DCE15A-E6E3-49DB-9FA0-B08625E21FFD}" srcOrd="4" destOrd="0" presId="urn:microsoft.com/office/officeart/2016/7/layout/LinearBlockProcessNumbered"/>
    <dgm:cxn modelId="{D9FD5B31-1B7E-4AD0-A039-45F7746235B5}" type="presParOf" srcId="{99DCE15A-E6E3-49DB-9FA0-B08625E21FFD}" destId="{0138A241-5ECE-40E0-A10A-044D6239BF80}" srcOrd="0" destOrd="0" presId="urn:microsoft.com/office/officeart/2016/7/layout/LinearBlockProcessNumbered"/>
    <dgm:cxn modelId="{36B58FE3-A73E-4E8D-9E79-55E12D9178A8}" type="presParOf" srcId="{99DCE15A-E6E3-49DB-9FA0-B08625E21FFD}" destId="{5369614F-AAFA-4897-9ED2-E4980CD915E5}" srcOrd="1" destOrd="0" presId="urn:microsoft.com/office/officeart/2016/7/layout/LinearBlockProcessNumbered"/>
    <dgm:cxn modelId="{54D69BC1-2B89-49CC-BDDD-4FEE757A4A49}" type="presParOf" srcId="{99DCE15A-E6E3-49DB-9FA0-B08625E21FFD}" destId="{6B9ACD41-0D74-4B87-AD2B-11268C4E6CA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671E48-564B-4E3E-A6BE-31C0D57B80C7}">
      <dsp:nvSpPr>
        <dsp:cNvPr id="0" name=""/>
        <dsp:cNvSpPr/>
      </dsp:nvSpPr>
      <dsp:spPr>
        <a:xfrm>
          <a:off x="0" y="1778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585E96-232B-48B2-9DCB-66733465130E}">
      <dsp:nvSpPr>
        <dsp:cNvPr id="0" name=""/>
        <dsp:cNvSpPr/>
      </dsp:nvSpPr>
      <dsp:spPr>
        <a:xfrm>
          <a:off x="229296" y="172330"/>
          <a:ext cx="416903" cy="4169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E6A77-E0C0-464A-8F2D-C49AB608CFE7}">
      <dsp:nvSpPr>
        <dsp:cNvPr id="0" name=""/>
        <dsp:cNvSpPr/>
      </dsp:nvSpPr>
      <dsp:spPr>
        <a:xfrm>
          <a:off x="875496" y="1778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Problem and goals</a:t>
          </a:r>
        </a:p>
      </dsp:txBody>
      <dsp:txXfrm>
        <a:off x="875496" y="1778"/>
        <a:ext cx="5296451" cy="758005"/>
      </dsp:txXfrm>
    </dsp:sp>
    <dsp:sp modelId="{29FE795F-863C-418D-910A-E8047227D14E}">
      <dsp:nvSpPr>
        <dsp:cNvPr id="0" name=""/>
        <dsp:cNvSpPr/>
      </dsp:nvSpPr>
      <dsp:spPr>
        <a:xfrm>
          <a:off x="0" y="949286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5AB0B-8D62-4B50-81AA-F6D85B9443F2}">
      <dsp:nvSpPr>
        <dsp:cNvPr id="0" name=""/>
        <dsp:cNvSpPr/>
      </dsp:nvSpPr>
      <dsp:spPr>
        <a:xfrm>
          <a:off x="229296" y="1119837"/>
          <a:ext cx="416903" cy="4169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A2F7D-75A4-4966-9C35-F20C5BE387B6}">
      <dsp:nvSpPr>
        <dsp:cNvPr id="0" name=""/>
        <dsp:cNvSpPr/>
      </dsp:nvSpPr>
      <dsp:spPr>
        <a:xfrm>
          <a:off x="875496" y="949286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Solution overview</a:t>
          </a:r>
        </a:p>
      </dsp:txBody>
      <dsp:txXfrm>
        <a:off x="875496" y="949286"/>
        <a:ext cx="5296451" cy="758005"/>
      </dsp:txXfrm>
    </dsp:sp>
    <dsp:sp modelId="{F71B7A21-DECE-4E0A-BBB7-7376CD423E5E}">
      <dsp:nvSpPr>
        <dsp:cNvPr id="0" name=""/>
        <dsp:cNvSpPr/>
      </dsp:nvSpPr>
      <dsp:spPr>
        <a:xfrm>
          <a:off x="0" y="1896793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70FD76-9181-4E52-BEEC-06D8D2833275}">
      <dsp:nvSpPr>
        <dsp:cNvPr id="0" name=""/>
        <dsp:cNvSpPr/>
      </dsp:nvSpPr>
      <dsp:spPr>
        <a:xfrm>
          <a:off x="229296" y="2067344"/>
          <a:ext cx="416903" cy="4169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EEE547-D429-4D9A-A241-9EB092ECAA8D}">
      <dsp:nvSpPr>
        <dsp:cNvPr id="0" name=""/>
        <dsp:cNvSpPr/>
      </dsp:nvSpPr>
      <dsp:spPr>
        <a:xfrm>
          <a:off x="875496" y="1896793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Architecture and data model</a:t>
          </a:r>
        </a:p>
      </dsp:txBody>
      <dsp:txXfrm>
        <a:off x="875496" y="1896793"/>
        <a:ext cx="5296451" cy="758005"/>
      </dsp:txXfrm>
    </dsp:sp>
    <dsp:sp modelId="{41C30717-58A8-42F2-9767-46B34376EB88}">
      <dsp:nvSpPr>
        <dsp:cNvPr id="0" name=""/>
        <dsp:cNvSpPr/>
      </dsp:nvSpPr>
      <dsp:spPr>
        <a:xfrm>
          <a:off x="0" y="2844300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49A6F-D287-4A9B-9F02-A06B9DBD3AD0}">
      <dsp:nvSpPr>
        <dsp:cNvPr id="0" name=""/>
        <dsp:cNvSpPr/>
      </dsp:nvSpPr>
      <dsp:spPr>
        <a:xfrm>
          <a:off x="229296" y="3014852"/>
          <a:ext cx="416903" cy="4169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F1B59-7FEB-4A7C-BD86-81B8FDC121DE}">
      <dsp:nvSpPr>
        <dsp:cNvPr id="0" name=""/>
        <dsp:cNvSpPr/>
      </dsp:nvSpPr>
      <dsp:spPr>
        <a:xfrm>
          <a:off x="875496" y="2844300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Billing engine and spike detection</a:t>
          </a:r>
        </a:p>
      </dsp:txBody>
      <dsp:txXfrm>
        <a:off x="875496" y="2844300"/>
        <a:ext cx="5296451" cy="758005"/>
      </dsp:txXfrm>
    </dsp:sp>
    <dsp:sp modelId="{95970F5C-8845-49E4-B39B-D9F8A8B08392}">
      <dsp:nvSpPr>
        <dsp:cNvPr id="0" name=""/>
        <dsp:cNvSpPr/>
      </dsp:nvSpPr>
      <dsp:spPr>
        <a:xfrm>
          <a:off x="0" y="3791808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DE1AB-5C55-437B-B728-B81E3A8B295C}">
      <dsp:nvSpPr>
        <dsp:cNvPr id="0" name=""/>
        <dsp:cNvSpPr/>
      </dsp:nvSpPr>
      <dsp:spPr>
        <a:xfrm>
          <a:off x="229296" y="3962359"/>
          <a:ext cx="416903" cy="41690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70B0C-067F-4418-8A2C-C75E9CDAB52C}">
      <dsp:nvSpPr>
        <dsp:cNvPr id="0" name=""/>
        <dsp:cNvSpPr/>
      </dsp:nvSpPr>
      <dsp:spPr>
        <a:xfrm>
          <a:off x="875496" y="3791808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Dashboard analytics and UI workflow</a:t>
          </a:r>
        </a:p>
      </dsp:txBody>
      <dsp:txXfrm>
        <a:off x="875496" y="3791808"/>
        <a:ext cx="5296451" cy="758005"/>
      </dsp:txXfrm>
    </dsp:sp>
    <dsp:sp modelId="{5F3E0959-1202-48BA-B24E-8790C7DCDFF0}">
      <dsp:nvSpPr>
        <dsp:cNvPr id="0" name=""/>
        <dsp:cNvSpPr/>
      </dsp:nvSpPr>
      <dsp:spPr>
        <a:xfrm>
          <a:off x="0" y="4739315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D7E87C-2960-4BBF-8FD2-3CD5A09A62B4}">
      <dsp:nvSpPr>
        <dsp:cNvPr id="0" name=""/>
        <dsp:cNvSpPr/>
      </dsp:nvSpPr>
      <dsp:spPr>
        <a:xfrm>
          <a:off x="229296" y="4909866"/>
          <a:ext cx="416903" cy="41690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11D3B-418C-4DF0-8B42-622B9CCFD222}">
      <dsp:nvSpPr>
        <dsp:cNvPr id="0" name=""/>
        <dsp:cNvSpPr/>
      </dsp:nvSpPr>
      <dsp:spPr>
        <a:xfrm>
          <a:off x="875496" y="4739315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Demo plan and next steps</a:t>
          </a:r>
        </a:p>
      </dsp:txBody>
      <dsp:txXfrm>
        <a:off x="875496" y="4739315"/>
        <a:ext cx="5296451" cy="7580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9CF284-1E3F-4B33-976B-BBE76BF004EE}">
      <dsp:nvSpPr>
        <dsp:cNvPr id="0" name=""/>
        <dsp:cNvSpPr/>
      </dsp:nvSpPr>
      <dsp:spPr>
        <a:xfrm>
          <a:off x="231712" y="254998"/>
          <a:ext cx="1345916" cy="134591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86E03-DDA4-45FD-91B1-7D1313F4CBE4}">
      <dsp:nvSpPr>
        <dsp:cNvPr id="0" name=""/>
        <dsp:cNvSpPr/>
      </dsp:nvSpPr>
      <dsp:spPr>
        <a:xfrm>
          <a:off x="514355" y="537640"/>
          <a:ext cx="780631" cy="7806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7DD54-D3B8-458A-A6F7-8C9CB303CF07}">
      <dsp:nvSpPr>
        <dsp:cNvPr id="0" name=""/>
        <dsp:cNvSpPr/>
      </dsp:nvSpPr>
      <dsp:spPr>
        <a:xfrm>
          <a:off x="1866039" y="254998"/>
          <a:ext cx="3172516" cy="1345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Multi-unit buildings need accurate, unit-level energy tracking</a:t>
          </a:r>
        </a:p>
      </dsp:txBody>
      <dsp:txXfrm>
        <a:off x="1866039" y="254998"/>
        <a:ext cx="3172516" cy="1345916"/>
      </dsp:txXfrm>
    </dsp:sp>
    <dsp:sp modelId="{605AD4EB-EA0A-4792-B089-1171FD2E2202}">
      <dsp:nvSpPr>
        <dsp:cNvPr id="0" name=""/>
        <dsp:cNvSpPr/>
      </dsp:nvSpPr>
      <dsp:spPr>
        <a:xfrm>
          <a:off x="5591343" y="254998"/>
          <a:ext cx="1345916" cy="134591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A2B63-FAF0-4C7B-ABC2-A9CD35FEBDD3}">
      <dsp:nvSpPr>
        <dsp:cNvPr id="0" name=""/>
        <dsp:cNvSpPr/>
      </dsp:nvSpPr>
      <dsp:spPr>
        <a:xfrm>
          <a:off x="5873985" y="537640"/>
          <a:ext cx="780631" cy="7806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79B35-2C84-41E4-90AB-C224E4B5707B}">
      <dsp:nvSpPr>
        <dsp:cNvPr id="0" name=""/>
        <dsp:cNvSpPr/>
      </dsp:nvSpPr>
      <dsp:spPr>
        <a:xfrm>
          <a:off x="7225670" y="254998"/>
          <a:ext cx="3172516" cy="1345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Manual spreadsheets introduce errors and disputes</a:t>
          </a:r>
        </a:p>
      </dsp:txBody>
      <dsp:txXfrm>
        <a:off x="7225670" y="254998"/>
        <a:ext cx="3172516" cy="1345916"/>
      </dsp:txXfrm>
    </dsp:sp>
    <dsp:sp modelId="{74EEC1EE-DF4D-4C4E-9BED-D3496F11CABF}">
      <dsp:nvSpPr>
        <dsp:cNvPr id="0" name=""/>
        <dsp:cNvSpPr/>
      </dsp:nvSpPr>
      <dsp:spPr>
        <a:xfrm>
          <a:off x="231712" y="2256711"/>
          <a:ext cx="1345916" cy="134591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5D79A-A403-408F-8499-A6688A69517B}">
      <dsp:nvSpPr>
        <dsp:cNvPr id="0" name=""/>
        <dsp:cNvSpPr/>
      </dsp:nvSpPr>
      <dsp:spPr>
        <a:xfrm>
          <a:off x="514355" y="2539353"/>
          <a:ext cx="780631" cy="7806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68282-0DCF-48FD-BE5B-4DB92050FA2D}">
      <dsp:nvSpPr>
        <dsp:cNvPr id="0" name=""/>
        <dsp:cNvSpPr/>
      </dsp:nvSpPr>
      <dsp:spPr>
        <a:xfrm>
          <a:off x="1866039" y="2256711"/>
          <a:ext cx="3172516" cy="1345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 real-time visibility into top consumers or abnormal usage</a:t>
          </a:r>
        </a:p>
      </dsp:txBody>
      <dsp:txXfrm>
        <a:off x="1866039" y="2256711"/>
        <a:ext cx="3172516" cy="1345916"/>
      </dsp:txXfrm>
    </dsp:sp>
    <dsp:sp modelId="{E71E3459-DC06-49CB-8454-72D40E8BAF27}">
      <dsp:nvSpPr>
        <dsp:cNvPr id="0" name=""/>
        <dsp:cNvSpPr/>
      </dsp:nvSpPr>
      <dsp:spPr>
        <a:xfrm>
          <a:off x="5591343" y="2256711"/>
          <a:ext cx="1345916" cy="134591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3B874C-1EFD-4E2F-92A8-F5D01CB8FD24}">
      <dsp:nvSpPr>
        <dsp:cNvPr id="0" name=""/>
        <dsp:cNvSpPr/>
      </dsp:nvSpPr>
      <dsp:spPr>
        <a:xfrm>
          <a:off x="5873985" y="2539353"/>
          <a:ext cx="780631" cy="7806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1E8B4-DC67-46A4-BFDD-38E4F08E3ACC}">
      <dsp:nvSpPr>
        <dsp:cNvPr id="0" name=""/>
        <dsp:cNvSpPr/>
      </dsp:nvSpPr>
      <dsp:spPr>
        <a:xfrm>
          <a:off x="7225670" y="2256711"/>
          <a:ext cx="3172516" cy="1345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Billing workflows need repeatability and auditability</a:t>
          </a:r>
        </a:p>
      </dsp:txBody>
      <dsp:txXfrm>
        <a:off x="7225670" y="2256711"/>
        <a:ext cx="3172516" cy="13459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BED4BA-CC8E-4C5D-8FE9-55C4C6DA4BE6}">
      <dsp:nvSpPr>
        <dsp:cNvPr id="0" name=""/>
        <dsp:cNvSpPr/>
      </dsp:nvSpPr>
      <dsp:spPr>
        <a:xfrm>
          <a:off x="2138362" y="1725"/>
          <a:ext cx="8553449" cy="89394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961" tIns="227063" rIns="165961" bIns="2270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Deliver an end-to-end SaaS-style workflow: ingest readings → compute bills → show analytics</a:t>
          </a:r>
        </a:p>
      </dsp:txBody>
      <dsp:txXfrm>
        <a:off x="2138362" y="1725"/>
        <a:ext cx="8553449" cy="893946"/>
      </dsp:txXfrm>
    </dsp:sp>
    <dsp:sp modelId="{6B675BCC-5F34-47D1-9559-ED78511D6D37}">
      <dsp:nvSpPr>
        <dsp:cNvPr id="0" name=""/>
        <dsp:cNvSpPr/>
      </dsp:nvSpPr>
      <dsp:spPr>
        <a:xfrm>
          <a:off x="0" y="1725"/>
          <a:ext cx="2138362" cy="8939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5" tIns="88302" rIns="113155" bIns="8830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Deliver</a:t>
          </a:r>
        </a:p>
      </dsp:txBody>
      <dsp:txXfrm>
        <a:off x="0" y="1725"/>
        <a:ext cx="2138362" cy="893946"/>
      </dsp:txXfrm>
    </dsp:sp>
    <dsp:sp modelId="{16E23582-DC20-49CB-AF95-0AD8189159B3}">
      <dsp:nvSpPr>
        <dsp:cNvPr id="0" name=""/>
        <dsp:cNvSpPr/>
      </dsp:nvSpPr>
      <dsp:spPr>
        <a:xfrm>
          <a:off x="2138362" y="949309"/>
          <a:ext cx="8553449" cy="893946"/>
        </a:xfrm>
        <a:prstGeom prst="rect">
          <a:avLst/>
        </a:prstGeom>
        <a:solidFill>
          <a:schemeClr val="accent2">
            <a:tint val="40000"/>
            <a:alpha val="90000"/>
            <a:hueOff val="-104898"/>
            <a:satOff val="-3213"/>
            <a:lumOff val="-170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4898"/>
              <a:satOff val="-3213"/>
              <a:lumOff val="-17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961" tIns="227063" rIns="165961" bIns="2270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Design clean REST APIs and a relational data model</a:t>
          </a:r>
        </a:p>
      </dsp:txBody>
      <dsp:txXfrm>
        <a:off x="2138362" y="949309"/>
        <a:ext cx="8553449" cy="893946"/>
      </dsp:txXfrm>
    </dsp:sp>
    <dsp:sp modelId="{766F031E-3C82-48DC-B0C4-9D09875412DC}">
      <dsp:nvSpPr>
        <dsp:cNvPr id="0" name=""/>
        <dsp:cNvSpPr/>
      </dsp:nvSpPr>
      <dsp:spPr>
        <a:xfrm>
          <a:off x="0" y="949309"/>
          <a:ext cx="2138362" cy="893946"/>
        </a:xfrm>
        <a:prstGeom prst="rect">
          <a:avLst/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accent2">
              <a:hueOff val="-135738"/>
              <a:satOff val="-1163"/>
              <a:lumOff val="-7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5" tIns="88302" rIns="113155" bIns="8830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Design</a:t>
          </a:r>
        </a:p>
      </dsp:txBody>
      <dsp:txXfrm>
        <a:off x="0" y="949309"/>
        <a:ext cx="2138362" cy="893946"/>
      </dsp:txXfrm>
    </dsp:sp>
    <dsp:sp modelId="{B9D73A54-9C02-4741-BA99-8E2E724FCF90}">
      <dsp:nvSpPr>
        <dsp:cNvPr id="0" name=""/>
        <dsp:cNvSpPr/>
      </dsp:nvSpPr>
      <dsp:spPr>
        <a:xfrm>
          <a:off x="2138362" y="1896893"/>
          <a:ext cx="8553449" cy="893946"/>
        </a:xfrm>
        <a:prstGeom prst="rect">
          <a:avLst/>
        </a:prstGeom>
        <a:solidFill>
          <a:schemeClr val="accent2">
            <a:tint val="40000"/>
            <a:alpha val="90000"/>
            <a:hueOff val="-209797"/>
            <a:satOff val="-6425"/>
            <a:lumOff val="-34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09797"/>
              <a:satOff val="-6425"/>
              <a:lumOff val="-34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961" tIns="227063" rIns="165961" bIns="2270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Keep business rules explainable (billing and spike detection)</a:t>
          </a:r>
        </a:p>
      </dsp:txBody>
      <dsp:txXfrm>
        <a:off x="2138362" y="1896893"/>
        <a:ext cx="8553449" cy="893946"/>
      </dsp:txXfrm>
    </dsp:sp>
    <dsp:sp modelId="{03E212AD-F627-47BC-8121-B5E415596C08}">
      <dsp:nvSpPr>
        <dsp:cNvPr id="0" name=""/>
        <dsp:cNvSpPr/>
      </dsp:nvSpPr>
      <dsp:spPr>
        <a:xfrm>
          <a:off x="0" y="1896893"/>
          <a:ext cx="2138362" cy="893946"/>
        </a:xfrm>
        <a:prstGeom prst="rect">
          <a:avLst/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accent2">
              <a:hueOff val="-271475"/>
              <a:satOff val="-2327"/>
              <a:lumOff val="-154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5" tIns="88302" rIns="113155" bIns="8830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Keep</a:t>
          </a:r>
        </a:p>
      </dsp:txBody>
      <dsp:txXfrm>
        <a:off x="0" y="1896893"/>
        <a:ext cx="2138362" cy="893946"/>
      </dsp:txXfrm>
    </dsp:sp>
    <dsp:sp modelId="{3EF0014C-AC0A-4352-92DF-3E444AF23538}">
      <dsp:nvSpPr>
        <dsp:cNvPr id="0" name=""/>
        <dsp:cNvSpPr/>
      </dsp:nvSpPr>
      <dsp:spPr>
        <a:xfrm>
          <a:off x="2138362" y="2844477"/>
          <a:ext cx="8553449" cy="893946"/>
        </a:xfrm>
        <a:prstGeom prst="rect">
          <a:avLst/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961" tIns="227063" rIns="165961" bIns="22706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a responsive, interactive dashboard UI</a:t>
          </a:r>
        </a:p>
      </dsp:txBody>
      <dsp:txXfrm>
        <a:off x="2138362" y="2844477"/>
        <a:ext cx="8553449" cy="893946"/>
      </dsp:txXfrm>
    </dsp:sp>
    <dsp:sp modelId="{6531FEF9-6899-4419-8148-A9A8C4EDC843}">
      <dsp:nvSpPr>
        <dsp:cNvPr id="0" name=""/>
        <dsp:cNvSpPr/>
      </dsp:nvSpPr>
      <dsp:spPr>
        <a:xfrm>
          <a:off x="0" y="2844477"/>
          <a:ext cx="2138362" cy="893946"/>
        </a:xfrm>
        <a:prstGeom prst="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5" tIns="88302" rIns="113155" bIns="8830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Build</a:t>
          </a:r>
        </a:p>
      </dsp:txBody>
      <dsp:txXfrm>
        <a:off x="0" y="2844477"/>
        <a:ext cx="2138362" cy="8939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956E2-5312-42E1-B0B7-F6BD00EFE708}">
      <dsp:nvSpPr>
        <dsp:cNvPr id="0" name=""/>
        <dsp:cNvSpPr/>
      </dsp:nvSpPr>
      <dsp:spPr>
        <a:xfrm>
          <a:off x="0" y="1209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6B8A8-4836-4914-868D-8F7E484E5E35}">
      <dsp:nvSpPr>
        <dsp:cNvPr id="0" name=""/>
        <dsp:cNvSpPr/>
      </dsp:nvSpPr>
      <dsp:spPr>
        <a:xfrm>
          <a:off x="155942" y="117200"/>
          <a:ext cx="283532" cy="283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44A8A-41BA-4A31-9FD8-0D9917636926}">
      <dsp:nvSpPr>
        <dsp:cNvPr id="0" name=""/>
        <dsp:cNvSpPr/>
      </dsp:nvSpPr>
      <dsp:spPr>
        <a:xfrm>
          <a:off x="595418" y="1209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Properties: GET /api/Properties, POST /api/Properties</a:t>
          </a:r>
        </a:p>
      </dsp:txBody>
      <dsp:txXfrm>
        <a:off x="595418" y="1209"/>
        <a:ext cx="10095846" cy="515513"/>
      </dsp:txXfrm>
    </dsp:sp>
    <dsp:sp modelId="{C3D2FC10-F81E-4163-8E64-D628E359F460}">
      <dsp:nvSpPr>
        <dsp:cNvPr id="0" name=""/>
        <dsp:cNvSpPr/>
      </dsp:nvSpPr>
      <dsp:spPr>
        <a:xfrm>
          <a:off x="0" y="645602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5043D-2057-424D-B677-582D29A87F3B}">
      <dsp:nvSpPr>
        <dsp:cNvPr id="0" name=""/>
        <dsp:cNvSpPr/>
      </dsp:nvSpPr>
      <dsp:spPr>
        <a:xfrm>
          <a:off x="155942" y="761592"/>
          <a:ext cx="283532" cy="283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CA1DD-6C3A-4908-BF44-E4F33C58A66C}">
      <dsp:nvSpPr>
        <dsp:cNvPr id="0" name=""/>
        <dsp:cNvSpPr/>
      </dsp:nvSpPr>
      <dsp:spPr>
        <a:xfrm>
          <a:off x="595418" y="645602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Units: GET /api/Properties/{propertyId}/units, POST /api/Properties/{propertyId}/units</a:t>
          </a:r>
        </a:p>
      </dsp:txBody>
      <dsp:txXfrm>
        <a:off x="595418" y="645602"/>
        <a:ext cx="10095846" cy="515513"/>
      </dsp:txXfrm>
    </dsp:sp>
    <dsp:sp modelId="{78931772-55A3-4D84-A1A0-B13507A5757F}">
      <dsp:nvSpPr>
        <dsp:cNvPr id="0" name=""/>
        <dsp:cNvSpPr/>
      </dsp:nvSpPr>
      <dsp:spPr>
        <a:xfrm>
          <a:off x="0" y="1289994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A720EF-EE1C-4021-A62B-53F2282ED931}">
      <dsp:nvSpPr>
        <dsp:cNvPr id="0" name=""/>
        <dsp:cNvSpPr/>
      </dsp:nvSpPr>
      <dsp:spPr>
        <a:xfrm>
          <a:off x="155942" y="1405985"/>
          <a:ext cx="283532" cy="283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49E0FB-AEE4-43CA-B603-18F0DC94D650}">
      <dsp:nvSpPr>
        <dsp:cNvPr id="0" name=""/>
        <dsp:cNvSpPr/>
      </dsp:nvSpPr>
      <dsp:spPr>
        <a:xfrm>
          <a:off x="595418" y="1289994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RatePlans: GET /api/RatePlans, POST /api/RatePlans, PUT /api/units/{unitId}/rateplan</a:t>
          </a:r>
        </a:p>
      </dsp:txBody>
      <dsp:txXfrm>
        <a:off x="595418" y="1289994"/>
        <a:ext cx="10095846" cy="515513"/>
      </dsp:txXfrm>
    </dsp:sp>
    <dsp:sp modelId="{538331AA-4853-47EE-B689-6F755A68C3F4}">
      <dsp:nvSpPr>
        <dsp:cNvPr id="0" name=""/>
        <dsp:cNvSpPr/>
      </dsp:nvSpPr>
      <dsp:spPr>
        <a:xfrm>
          <a:off x="0" y="1934387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F31FD8-E73B-4EA1-AA80-9A813DD8920F}">
      <dsp:nvSpPr>
        <dsp:cNvPr id="0" name=""/>
        <dsp:cNvSpPr/>
      </dsp:nvSpPr>
      <dsp:spPr>
        <a:xfrm>
          <a:off x="155942" y="2050377"/>
          <a:ext cx="283532" cy="283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4E42D-C3C2-4771-8309-52B893ABA6F6}">
      <dsp:nvSpPr>
        <dsp:cNvPr id="0" name=""/>
        <dsp:cNvSpPr/>
      </dsp:nvSpPr>
      <dsp:spPr>
        <a:xfrm>
          <a:off x="595418" y="1934387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Readings: POST /api/Readings, POST /api/Readings/simulate</a:t>
          </a:r>
        </a:p>
      </dsp:txBody>
      <dsp:txXfrm>
        <a:off x="595418" y="1934387"/>
        <a:ext cx="10095846" cy="515513"/>
      </dsp:txXfrm>
    </dsp:sp>
    <dsp:sp modelId="{74E64130-21CC-473D-902E-688AEFA87A05}">
      <dsp:nvSpPr>
        <dsp:cNvPr id="0" name=""/>
        <dsp:cNvSpPr/>
      </dsp:nvSpPr>
      <dsp:spPr>
        <a:xfrm>
          <a:off x="0" y="2578779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0C14C8-A42A-45C1-8AE2-1731DE082E9C}">
      <dsp:nvSpPr>
        <dsp:cNvPr id="0" name=""/>
        <dsp:cNvSpPr/>
      </dsp:nvSpPr>
      <dsp:spPr>
        <a:xfrm>
          <a:off x="155942" y="2694770"/>
          <a:ext cx="283532" cy="28353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BDF14-7933-4E60-B304-F96C7A663D00}">
      <dsp:nvSpPr>
        <dsp:cNvPr id="0" name=""/>
        <dsp:cNvSpPr/>
      </dsp:nvSpPr>
      <dsp:spPr>
        <a:xfrm>
          <a:off x="595418" y="2578779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Billing: POST /api/Billing/generate, GET /api/Billing/unit/{unitId}?month=YYYY-MM</a:t>
          </a:r>
        </a:p>
      </dsp:txBody>
      <dsp:txXfrm>
        <a:off x="595418" y="2578779"/>
        <a:ext cx="10095846" cy="515513"/>
      </dsp:txXfrm>
    </dsp:sp>
    <dsp:sp modelId="{658D266F-DE85-4054-A9F4-1BCF7B5F4894}">
      <dsp:nvSpPr>
        <dsp:cNvPr id="0" name=""/>
        <dsp:cNvSpPr/>
      </dsp:nvSpPr>
      <dsp:spPr>
        <a:xfrm>
          <a:off x="0" y="3223172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E480EC-23A7-486A-9F51-B32B10C7F5A4}">
      <dsp:nvSpPr>
        <dsp:cNvPr id="0" name=""/>
        <dsp:cNvSpPr/>
      </dsp:nvSpPr>
      <dsp:spPr>
        <a:xfrm>
          <a:off x="155942" y="3339162"/>
          <a:ext cx="283532" cy="28353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47A7B-1DCC-41B6-995F-078F256DD6C4}">
      <dsp:nvSpPr>
        <dsp:cNvPr id="0" name=""/>
        <dsp:cNvSpPr/>
      </dsp:nvSpPr>
      <dsp:spPr>
        <a:xfrm>
          <a:off x="595418" y="3223172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Dashboard: GET /api/Dashboard/property/{propertyId}?month=YYYY-MM</a:t>
          </a:r>
        </a:p>
      </dsp:txBody>
      <dsp:txXfrm>
        <a:off x="595418" y="3223172"/>
        <a:ext cx="10095846" cy="5155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B5F2C-12F5-4AEA-B6ED-A3E3F15BA58A}">
      <dsp:nvSpPr>
        <dsp:cNvPr id="0" name=""/>
        <dsp:cNvSpPr/>
      </dsp:nvSpPr>
      <dsp:spPr>
        <a:xfrm>
          <a:off x="0" y="454829"/>
          <a:ext cx="5676900" cy="8494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Monthly window = [start of month, start of next month)</a:t>
          </a:r>
        </a:p>
      </dsp:txBody>
      <dsp:txXfrm>
        <a:off x="41465" y="496294"/>
        <a:ext cx="5593970" cy="766490"/>
      </dsp:txXfrm>
    </dsp:sp>
    <dsp:sp modelId="{EE8EBA22-387F-4B55-8C50-4016564E1F8D}">
      <dsp:nvSpPr>
        <dsp:cNvPr id="0" name=""/>
        <dsp:cNvSpPr/>
      </dsp:nvSpPr>
      <dsp:spPr>
        <a:xfrm>
          <a:off x="0" y="1367609"/>
          <a:ext cx="5676900" cy="849420"/>
        </a:xfrm>
        <a:prstGeom prst="roundRect">
          <a:avLst/>
        </a:prstGeom>
        <a:solidFill>
          <a:schemeClr val="accent5">
            <a:hueOff val="4752235"/>
            <a:satOff val="-6665"/>
            <a:lumOff val="-6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TotalUsageKwh = sum of readings in month (per unit)</a:t>
          </a:r>
        </a:p>
      </dsp:txBody>
      <dsp:txXfrm>
        <a:off x="41465" y="1409074"/>
        <a:ext cx="5593970" cy="766490"/>
      </dsp:txXfrm>
    </dsp:sp>
    <dsp:sp modelId="{B290449B-0095-4512-A0D2-062F3A3A5DA8}">
      <dsp:nvSpPr>
        <dsp:cNvPr id="0" name=""/>
        <dsp:cNvSpPr/>
      </dsp:nvSpPr>
      <dsp:spPr>
        <a:xfrm>
          <a:off x="0" y="2280389"/>
          <a:ext cx="5676900" cy="849420"/>
        </a:xfrm>
        <a:prstGeom prst="roundRect">
          <a:avLst/>
        </a:prstGeom>
        <a:solidFill>
          <a:schemeClr val="accent5">
            <a:hueOff val="9504470"/>
            <a:satOff val="-13330"/>
            <a:lumOff val="-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TotalAmount = (TotalUsageKwh × RatePerKwhSnapshot) + FixedFeeSnapshot</a:t>
          </a:r>
        </a:p>
      </dsp:txBody>
      <dsp:txXfrm>
        <a:off x="41465" y="2321854"/>
        <a:ext cx="5593970" cy="766490"/>
      </dsp:txXfrm>
    </dsp:sp>
    <dsp:sp modelId="{467CF71D-648D-436C-B5CB-96CF1A9768FB}">
      <dsp:nvSpPr>
        <dsp:cNvPr id="0" name=""/>
        <dsp:cNvSpPr/>
      </dsp:nvSpPr>
      <dsp:spPr>
        <a:xfrm>
          <a:off x="0" y="3193169"/>
          <a:ext cx="5676900" cy="849420"/>
        </a:xfrm>
        <a:prstGeom prst="roundRect">
          <a:avLst/>
        </a:prstGeom>
        <a:solidFill>
          <a:schemeClr val="accent5">
            <a:hueOff val="14256705"/>
            <a:satOff val="-19995"/>
            <a:lumOff val="-20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Snapshot pricing supports auditability and future price changes</a:t>
          </a:r>
        </a:p>
      </dsp:txBody>
      <dsp:txXfrm>
        <a:off x="41465" y="3234634"/>
        <a:ext cx="5593970" cy="766490"/>
      </dsp:txXfrm>
    </dsp:sp>
    <dsp:sp modelId="{886343B4-D5CB-4B10-9BAA-4129657B6C25}">
      <dsp:nvSpPr>
        <dsp:cNvPr id="0" name=""/>
        <dsp:cNvSpPr/>
      </dsp:nvSpPr>
      <dsp:spPr>
        <a:xfrm>
          <a:off x="0" y="4105950"/>
          <a:ext cx="5676900" cy="849420"/>
        </a:xfrm>
        <a:prstGeom prst="roundRect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Designed to be re-runnable: generate or update per unit-month</a:t>
          </a:r>
        </a:p>
      </dsp:txBody>
      <dsp:txXfrm>
        <a:off x="41465" y="4147415"/>
        <a:ext cx="5593970" cy="7664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CFD707-BAFA-43A8-8065-2ECECB34F5CE}">
      <dsp:nvSpPr>
        <dsp:cNvPr id="0" name=""/>
        <dsp:cNvSpPr/>
      </dsp:nvSpPr>
      <dsp:spPr>
        <a:xfrm>
          <a:off x="566905" y="790074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6436F-369A-411B-B036-ED1B56E56F74}">
      <dsp:nvSpPr>
        <dsp:cNvPr id="0" name=""/>
        <dsp:cNvSpPr/>
      </dsp:nvSpPr>
      <dsp:spPr>
        <a:xfrm>
          <a:off x="80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8A65D-5671-4732-BEC9-ECC2D7B4463D}">
      <dsp:nvSpPr>
        <dsp:cNvPr id="0" name=""/>
        <dsp:cNvSpPr/>
      </dsp:nvSpPr>
      <dsp:spPr>
        <a:xfrm>
          <a:off x="215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Generates time-series readings for each unit</a:t>
          </a:r>
        </a:p>
      </dsp:txBody>
      <dsp:txXfrm>
        <a:off x="215905" y="2230075"/>
        <a:ext cx="1800000" cy="720000"/>
      </dsp:txXfrm>
    </dsp:sp>
    <dsp:sp modelId="{46E65B86-FB9F-4F87-A1E2-F4977A25ED4B}">
      <dsp:nvSpPr>
        <dsp:cNvPr id="0" name=""/>
        <dsp:cNvSpPr/>
      </dsp:nvSpPr>
      <dsp:spPr>
        <a:xfrm>
          <a:off x="2681905" y="790074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7135A-9632-43B9-819B-8D7ED3FAE1C5}">
      <dsp:nvSpPr>
        <dsp:cNvPr id="0" name=""/>
        <dsp:cNvSpPr/>
      </dsp:nvSpPr>
      <dsp:spPr>
        <a:xfrm>
          <a:off x="2915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1BAE6-3436-4F7C-934C-6A38CE20288A}">
      <dsp:nvSpPr>
        <dsp:cNvPr id="0" name=""/>
        <dsp:cNvSpPr/>
      </dsp:nvSpPr>
      <dsp:spPr>
        <a:xfrm>
          <a:off x="2330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4 readings per day (every 6 hours) to mimic IoT intervals</a:t>
          </a:r>
        </a:p>
      </dsp:txBody>
      <dsp:txXfrm>
        <a:off x="2330905" y="2230075"/>
        <a:ext cx="1800000" cy="720000"/>
      </dsp:txXfrm>
    </dsp:sp>
    <dsp:sp modelId="{3EF2391D-14E7-41EB-959F-06014A8E4FE3}">
      <dsp:nvSpPr>
        <dsp:cNvPr id="0" name=""/>
        <dsp:cNvSpPr/>
      </dsp:nvSpPr>
      <dsp:spPr>
        <a:xfrm>
          <a:off x="4796905" y="790074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13636-323B-424A-9399-5064DFFC8B57}">
      <dsp:nvSpPr>
        <dsp:cNvPr id="0" name=""/>
        <dsp:cNvSpPr/>
      </dsp:nvSpPr>
      <dsp:spPr>
        <a:xfrm>
          <a:off x="503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0A8B3-9B42-462F-9ADA-00A693ED197A}">
      <dsp:nvSpPr>
        <dsp:cNvPr id="0" name=""/>
        <dsp:cNvSpPr/>
      </dsp:nvSpPr>
      <dsp:spPr>
        <a:xfrm>
          <a:off x="4445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Baseline usage randomized to show realistic variation</a:t>
          </a:r>
        </a:p>
      </dsp:txBody>
      <dsp:txXfrm>
        <a:off x="4445905" y="2230075"/>
        <a:ext cx="1800000" cy="720000"/>
      </dsp:txXfrm>
    </dsp:sp>
    <dsp:sp modelId="{7717738F-C04F-42A0-BA9A-B81B1840D517}">
      <dsp:nvSpPr>
        <dsp:cNvPr id="0" name=""/>
        <dsp:cNvSpPr/>
      </dsp:nvSpPr>
      <dsp:spPr>
        <a:xfrm>
          <a:off x="6911906" y="790074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32120-D745-4E7C-92BA-D3855EE2BCDB}">
      <dsp:nvSpPr>
        <dsp:cNvPr id="0" name=""/>
        <dsp:cNvSpPr/>
      </dsp:nvSpPr>
      <dsp:spPr>
        <a:xfrm>
          <a:off x="7145906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3F2834-778F-4D87-85E7-9CD3EFD205B3}">
      <dsp:nvSpPr>
        <dsp:cNvPr id="0" name=""/>
        <dsp:cNvSpPr/>
      </dsp:nvSpPr>
      <dsp:spPr>
        <a:xfrm>
          <a:off x="6560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Optional spike mode injects an abnormal day for alert demo</a:t>
          </a:r>
        </a:p>
      </dsp:txBody>
      <dsp:txXfrm>
        <a:off x="6560905" y="2230075"/>
        <a:ext cx="1800000" cy="720000"/>
      </dsp:txXfrm>
    </dsp:sp>
    <dsp:sp modelId="{1FB4750E-21B3-48C4-85FC-349C8A6CA12D}">
      <dsp:nvSpPr>
        <dsp:cNvPr id="0" name=""/>
        <dsp:cNvSpPr/>
      </dsp:nvSpPr>
      <dsp:spPr>
        <a:xfrm>
          <a:off x="9026906" y="790074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37C76-88B7-4EDE-99A9-651E2D031F1B}">
      <dsp:nvSpPr>
        <dsp:cNvPr id="0" name=""/>
        <dsp:cNvSpPr/>
      </dsp:nvSpPr>
      <dsp:spPr>
        <a:xfrm>
          <a:off x="926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5EBE7-24CD-482B-B548-7564E08EE004}">
      <dsp:nvSpPr>
        <dsp:cNvPr id="0" name=""/>
        <dsp:cNvSpPr/>
      </dsp:nvSpPr>
      <dsp:spPr>
        <a:xfrm>
          <a:off x="8675906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In production: replace simulation with submeter gateway ingestion</a:t>
          </a:r>
        </a:p>
      </dsp:txBody>
      <dsp:txXfrm>
        <a:off x="8675906" y="2230075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94A932-F5D1-4B25-B9F5-4BFB01962089}">
      <dsp:nvSpPr>
        <dsp:cNvPr id="0" name=""/>
        <dsp:cNvSpPr/>
      </dsp:nvSpPr>
      <dsp:spPr>
        <a:xfrm>
          <a:off x="830" y="0"/>
          <a:ext cx="3363366" cy="17843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26" tIns="0" rIns="33222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KPIs are computed dynamically from database data</a:t>
          </a:r>
        </a:p>
      </dsp:txBody>
      <dsp:txXfrm>
        <a:off x="830" y="713730"/>
        <a:ext cx="3363366" cy="1070595"/>
      </dsp:txXfrm>
    </dsp:sp>
    <dsp:sp modelId="{B3F76E5E-72C2-4847-B925-D8A392971641}">
      <dsp:nvSpPr>
        <dsp:cNvPr id="0" name=""/>
        <dsp:cNvSpPr/>
      </dsp:nvSpPr>
      <dsp:spPr>
        <a:xfrm>
          <a:off x="830" y="0"/>
          <a:ext cx="3363366" cy="7137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26" tIns="165100" rIns="332226" bIns="16510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01</a:t>
          </a:r>
        </a:p>
      </dsp:txBody>
      <dsp:txXfrm>
        <a:off x="830" y="0"/>
        <a:ext cx="3363366" cy="713730"/>
      </dsp:txXfrm>
    </dsp:sp>
    <dsp:sp modelId="{42911E17-A29D-4470-AB16-DC71AB90CBD1}">
      <dsp:nvSpPr>
        <dsp:cNvPr id="0" name=""/>
        <dsp:cNvSpPr/>
      </dsp:nvSpPr>
      <dsp:spPr>
        <a:xfrm>
          <a:off x="3633266" y="0"/>
          <a:ext cx="3363366" cy="17843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26" tIns="0" rIns="33222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Charts display per-unit comparisons and trends</a:t>
          </a:r>
        </a:p>
      </dsp:txBody>
      <dsp:txXfrm>
        <a:off x="3633266" y="713730"/>
        <a:ext cx="3363366" cy="1070595"/>
      </dsp:txXfrm>
    </dsp:sp>
    <dsp:sp modelId="{BCA8ED84-65B3-4C2A-88C6-CE3DBE37FFE3}">
      <dsp:nvSpPr>
        <dsp:cNvPr id="0" name=""/>
        <dsp:cNvSpPr/>
      </dsp:nvSpPr>
      <dsp:spPr>
        <a:xfrm>
          <a:off x="3633266" y="0"/>
          <a:ext cx="3363366" cy="7137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26" tIns="165100" rIns="332226" bIns="16510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02</a:t>
          </a:r>
        </a:p>
      </dsp:txBody>
      <dsp:txXfrm>
        <a:off x="3633266" y="0"/>
        <a:ext cx="3363366" cy="713730"/>
      </dsp:txXfrm>
    </dsp:sp>
    <dsp:sp modelId="{F74D7CF8-5D32-4293-B1BB-07C022F4244D}">
      <dsp:nvSpPr>
        <dsp:cNvPr id="0" name=""/>
        <dsp:cNvSpPr/>
      </dsp:nvSpPr>
      <dsp:spPr>
        <a:xfrm>
          <a:off x="7265702" y="0"/>
          <a:ext cx="3363366" cy="178432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26" tIns="0" rIns="332226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Unit row click opens invoice breakdown panel</a:t>
          </a:r>
        </a:p>
      </dsp:txBody>
      <dsp:txXfrm>
        <a:off x="7265702" y="713730"/>
        <a:ext cx="3363366" cy="1070595"/>
      </dsp:txXfrm>
    </dsp:sp>
    <dsp:sp modelId="{CC71E6B7-CB2E-486C-8ED7-2AFA2A9B18BC}">
      <dsp:nvSpPr>
        <dsp:cNvPr id="0" name=""/>
        <dsp:cNvSpPr/>
      </dsp:nvSpPr>
      <dsp:spPr>
        <a:xfrm>
          <a:off x="7265702" y="0"/>
          <a:ext cx="3363366" cy="71373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26" tIns="165100" rIns="332226" bIns="16510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03</a:t>
          </a:r>
        </a:p>
      </dsp:txBody>
      <dsp:txXfrm>
        <a:off x="7265702" y="0"/>
        <a:ext cx="3363366" cy="7137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C4D53-1CD1-48B5-B54C-39828C397978}">
      <dsp:nvSpPr>
        <dsp:cNvPr id="0" name=""/>
        <dsp:cNvSpPr/>
      </dsp:nvSpPr>
      <dsp:spPr>
        <a:xfrm>
          <a:off x="1568699" y="12863"/>
          <a:ext cx="1544062" cy="1544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CE0CC-B991-450E-A2B2-CE41EAAEFC69}">
      <dsp:nvSpPr>
        <dsp:cNvPr id="0" name=""/>
        <dsp:cNvSpPr/>
      </dsp:nvSpPr>
      <dsp:spPr>
        <a:xfrm>
          <a:off x="1897762" y="341925"/>
          <a:ext cx="885937" cy="885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CAE6F-62AC-4CC5-BDAA-664DBE1D4FDF}">
      <dsp:nvSpPr>
        <dsp:cNvPr id="0" name=""/>
        <dsp:cNvSpPr/>
      </dsp:nvSpPr>
      <dsp:spPr>
        <a:xfrm>
          <a:off x="1075106" y="2037863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Group readings by unit and day to compute daily totals</a:t>
          </a:r>
        </a:p>
      </dsp:txBody>
      <dsp:txXfrm>
        <a:off x="1075106" y="2037863"/>
        <a:ext cx="2531250" cy="720000"/>
      </dsp:txXfrm>
    </dsp:sp>
    <dsp:sp modelId="{52EE00E2-B34D-455B-B516-D0DEBF440755}">
      <dsp:nvSpPr>
        <dsp:cNvPr id="0" name=""/>
        <dsp:cNvSpPr/>
      </dsp:nvSpPr>
      <dsp:spPr>
        <a:xfrm>
          <a:off x="4542918" y="12863"/>
          <a:ext cx="1544062" cy="1544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D5225-C596-4ED5-BD2C-72EF1FA3632C}">
      <dsp:nvSpPr>
        <dsp:cNvPr id="0" name=""/>
        <dsp:cNvSpPr/>
      </dsp:nvSpPr>
      <dsp:spPr>
        <a:xfrm>
          <a:off x="4871981" y="341925"/>
          <a:ext cx="885937" cy="885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C1C5B-CB28-4B1E-B949-5E1A0471AA62}">
      <dsp:nvSpPr>
        <dsp:cNvPr id="0" name=""/>
        <dsp:cNvSpPr/>
      </dsp:nvSpPr>
      <dsp:spPr>
        <a:xfrm>
          <a:off x="4049324" y="2037863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Compute AvgDailyKwh and MaxDailyKwh per unit</a:t>
          </a:r>
        </a:p>
      </dsp:txBody>
      <dsp:txXfrm>
        <a:off x="4049324" y="2037863"/>
        <a:ext cx="2531250" cy="720000"/>
      </dsp:txXfrm>
    </dsp:sp>
    <dsp:sp modelId="{4FE38A6A-F965-46C6-8CAA-231BEDAF78F0}">
      <dsp:nvSpPr>
        <dsp:cNvPr id="0" name=""/>
        <dsp:cNvSpPr/>
      </dsp:nvSpPr>
      <dsp:spPr>
        <a:xfrm>
          <a:off x="7517137" y="12863"/>
          <a:ext cx="1544062" cy="1544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32FF48-2D4E-4D56-8D38-FF95981F00EC}">
      <dsp:nvSpPr>
        <dsp:cNvPr id="0" name=""/>
        <dsp:cNvSpPr/>
      </dsp:nvSpPr>
      <dsp:spPr>
        <a:xfrm>
          <a:off x="7846200" y="341925"/>
          <a:ext cx="885937" cy="8859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E645C-F9D0-4424-B256-761C11324578}">
      <dsp:nvSpPr>
        <dsp:cNvPr id="0" name=""/>
        <dsp:cNvSpPr/>
      </dsp:nvSpPr>
      <dsp:spPr>
        <a:xfrm>
          <a:off x="7023543" y="2037863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Flag spike when MaxDailyKwh exceeds threshold</a:t>
          </a:r>
        </a:p>
      </dsp:txBody>
      <dsp:txXfrm>
        <a:off x="7023543" y="2037863"/>
        <a:ext cx="25312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7B6E45-0DD4-4FF1-A287-BC5C0EC411CA}">
      <dsp:nvSpPr>
        <dsp:cNvPr id="0" name=""/>
        <dsp:cNvSpPr/>
      </dsp:nvSpPr>
      <dsp:spPr>
        <a:xfrm>
          <a:off x="134983" y="648662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A6AC25-FE40-4B22-8AD6-B139898DA771}">
      <dsp:nvSpPr>
        <dsp:cNvPr id="0" name=""/>
        <dsp:cNvSpPr/>
      </dsp:nvSpPr>
      <dsp:spPr>
        <a:xfrm>
          <a:off x="324696" y="838375"/>
          <a:ext cx="523968" cy="5239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A5B8C-CD90-4924-BEEA-F7C579E27435}">
      <dsp:nvSpPr>
        <dsp:cNvPr id="0" name=""/>
        <dsp:cNvSpPr/>
      </dsp:nvSpPr>
      <dsp:spPr>
        <a:xfrm>
          <a:off x="1231962" y="648662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1) Create property and units (or use seeded demo)</a:t>
          </a:r>
        </a:p>
      </dsp:txBody>
      <dsp:txXfrm>
        <a:off x="1231962" y="648662"/>
        <a:ext cx="2129429" cy="903394"/>
      </dsp:txXfrm>
    </dsp:sp>
    <dsp:sp modelId="{F1277DE8-3FB5-45A4-8403-DE0F8ED08203}">
      <dsp:nvSpPr>
        <dsp:cNvPr id="0" name=""/>
        <dsp:cNvSpPr/>
      </dsp:nvSpPr>
      <dsp:spPr>
        <a:xfrm>
          <a:off x="3732428" y="648662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D27DB-3981-43E8-A226-4568078DCA9B}">
      <dsp:nvSpPr>
        <dsp:cNvPr id="0" name=""/>
        <dsp:cNvSpPr/>
      </dsp:nvSpPr>
      <dsp:spPr>
        <a:xfrm>
          <a:off x="3922141" y="838375"/>
          <a:ext cx="523968" cy="5239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B943C-34B0-4FF7-AF29-26CF89472877}">
      <dsp:nvSpPr>
        <dsp:cNvPr id="0" name=""/>
        <dsp:cNvSpPr/>
      </dsp:nvSpPr>
      <dsp:spPr>
        <a:xfrm>
          <a:off x="4829407" y="648662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2) Create a rate plan and assign it to units</a:t>
          </a:r>
        </a:p>
      </dsp:txBody>
      <dsp:txXfrm>
        <a:off x="4829407" y="648662"/>
        <a:ext cx="2129429" cy="903394"/>
      </dsp:txXfrm>
    </dsp:sp>
    <dsp:sp modelId="{6EC5954C-A5E5-4A41-99C6-C007032A3574}">
      <dsp:nvSpPr>
        <dsp:cNvPr id="0" name=""/>
        <dsp:cNvSpPr/>
      </dsp:nvSpPr>
      <dsp:spPr>
        <a:xfrm>
          <a:off x="7329873" y="648662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665A8-12A8-489D-AF61-65241E0CEF19}">
      <dsp:nvSpPr>
        <dsp:cNvPr id="0" name=""/>
        <dsp:cNvSpPr/>
      </dsp:nvSpPr>
      <dsp:spPr>
        <a:xfrm>
          <a:off x="7519586" y="838375"/>
          <a:ext cx="523968" cy="5239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5E6C2-5E79-4778-BAF8-E4F4EB89FB62}">
      <dsp:nvSpPr>
        <dsp:cNvPr id="0" name=""/>
        <dsp:cNvSpPr/>
      </dsp:nvSpPr>
      <dsp:spPr>
        <a:xfrm>
          <a:off x="8426852" y="648662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3) Simulate 30 days of readings (optional spike)</a:t>
          </a:r>
        </a:p>
      </dsp:txBody>
      <dsp:txXfrm>
        <a:off x="8426852" y="648662"/>
        <a:ext cx="2129429" cy="903394"/>
      </dsp:txXfrm>
    </dsp:sp>
    <dsp:sp modelId="{35B8C7C6-1F62-4056-8169-91F8DFBDD941}">
      <dsp:nvSpPr>
        <dsp:cNvPr id="0" name=""/>
        <dsp:cNvSpPr/>
      </dsp:nvSpPr>
      <dsp:spPr>
        <a:xfrm>
          <a:off x="134983" y="2187839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C563A5-A78E-4D77-B47C-A202426B094C}">
      <dsp:nvSpPr>
        <dsp:cNvPr id="0" name=""/>
        <dsp:cNvSpPr/>
      </dsp:nvSpPr>
      <dsp:spPr>
        <a:xfrm>
          <a:off x="324696" y="2377551"/>
          <a:ext cx="523968" cy="5239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BCEB4-51D2-4A22-83D0-4E2D10770514}">
      <dsp:nvSpPr>
        <dsp:cNvPr id="0" name=""/>
        <dsp:cNvSpPr/>
      </dsp:nvSpPr>
      <dsp:spPr>
        <a:xfrm>
          <a:off x="1231962" y="2187839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4) Generate billing for the month</a:t>
          </a:r>
        </a:p>
      </dsp:txBody>
      <dsp:txXfrm>
        <a:off x="1231962" y="2187839"/>
        <a:ext cx="2129429" cy="903394"/>
      </dsp:txXfrm>
    </dsp:sp>
    <dsp:sp modelId="{E4F002FE-A4D8-4767-BAE5-7EA0D2DD8C8B}">
      <dsp:nvSpPr>
        <dsp:cNvPr id="0" name=""/>
        <dsp:cNvSpPr/>
      </dsp:nvSpPr>
      <dsp:spPr>
        <a:xfrm>
          <a:off x="3732428" y="2187839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ED244-4BA2-4014-92F3-4B8D5A71F5C1}">
      <dsp:nvSpPr>
        <dsp:cNvPr id="0" name=""/>
        <dsp:cNvSpPr/>
      </dsp:nvSpPr>
      <dsp:spPr>
        <a:xfrm>
          <a:off x="3922141" y="2377551"/>
          <a:ext cx="523968" cy="5239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19E29-8602-47AC-A050-FF61194C2E40}">
      <dsp:nvSpPr>
        <dsp:cNvPr id="0" name=""/>
        <dsp:cNvSpPr/>
      </dsp:nvSpPr>
      <dsp:spPr>
        <a:xfrm>
          <a:off x="4829407" y="2187839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5) Open dashboard: KPIs + charts + top consumer</a:t>
          </a:r>
        </a:p>
      </dsp:txBody>
      <dsp:txXfrm>
        <a:off x="4829407" y="2187839"/>
        <a:ext cx="2129429" cy="903394"/>
      </dsp:txXfrm>
    </dsp:sp>
    <dsp:sp modelId="{3297567A-74EC-456E-9F48-7F2A5BC99347}">
      <dsp:nvSpPr>
        <dsp:cNvPr id="0" name=""/>
        <dsp:cNvSpPr/>
      </dsp:nvSpPr>
      <dsp:spPr>
        <a:xfrm>
          <a:off x="7329873" y="2187839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40BAC-3C38-4CE6-B8D3-4B357903E9D9}">
      <dsp:nvSpPr>
        <dsp:cNvPr id="0" name=""/>
        <dsp:cNvSpPr/>
      </dsp:nvSpPr>
      <dsp:spPr>
        <a:xfrm>
          <a:off x="7519586" y="2377551"/>
          <a:ext cx="523968" cy="52396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C7AFA-965D-4EFC-9DA7-BA9E9F72E8FB}">
      <dsp:nvSpPr>
        <dsp:cNvPr id="0" name=""/>
        <dsp:cNvSpPr/>
      </dsp:nvSpPr>
      <dsp:spPr>
        <a:xfrm>
          <a:off x="8426852" y="2187839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6) Click a unit row to show invoice breakdown</a:t>
          </a:r>
        </a:p>
      </dsp:txBody>
      <dsp:txXfrm>
        <a:off x="8426852" y="2187839"/>
        <a:ext cx="2129429" cy="90339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EE2AE5-EBC0-4340-874E-2AC07FBC826A}">
      <dsp:nvSpPr>
        <dsp:cNvPr id="0" name=""/>
        <dsp:cNvSpPr/>
      </dsp:nvSpPr>
      <dsp:spPr>
        <a:xfrm>
          <a:off x="0" y="4296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0B2065-C0E8-4DDB-9530-4F043C1D2761}">
      <dsp:nvSpPr>
        <dsp:cNvPr id="0" name=""/>
        <dsp:cNvSpPr/>
      </dsp:nvSpPr>
      <dsp:spPr>
        <a:xfrm>
          <a:off x="276813" y="210190"/>
          <a:ext cx="503296" cy="503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E25993-2D3B-493A-A220-F4F213E64F4A}">
      <dsp:nvSpPr>
        <dsp:cNvPr id="0" name=""/>
        <dsp:cNvSpPr/>
      </dsp:nvSpPr>
      <dsp:spPr>
        <a:xfrm>
          <a:off x="1056922" y="4296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Database: migrate to SQL Server and add indexes (UnitId, Timestamp)</a:t>
          </a:r>
        </a:p>
      </dsp:txBody>
      <dsp:txXfrm>
        <a:off x="1056922" y="4296"/>
        <a:ext cx="5115025" cy="915084"/>
      </dsp:txXfrm>
    </dsp:sp>
    <dsp:sp modelId="{51A501D4-D9F7-43D4-AF53-E4AA43484A70}">
      <dsp:nvSpPr>
        <dsp:cNvPr id="0" name=""/>
        <dsp:cNvSpPr/>
      </dsp:nvSpPr>
      <dsp:spPr>
        <a:xfrm>
          <a:off x="0" y="1148151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EBB3D5-674D-4B3A-9241-2B94B92B275F}">
      <dsp:nvSpPr>
        <dsp:cNvPr id="0" name=""/>
        <dsp:cNvSpPr/>
      </dsp:nvSpPr>
      <dsp:spPr>
        <a:xfrm>
          <a:off x="276813" y="1354045"/>
          <a:ext cx="503296" cy="503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55D9A-3511-4D80-A9D8-5481359B7970}">
      <dsp:nvSpPr>
        <dsp:cNvPr id="0" name=""/>
        <dsp:cNvSpPr/>
      </dsp:nvSpPr>
      <dsp:spPr>
        <a:xfrm>
          <a:off x="1056922" y="1148151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Billing: background job scheduling, idempotent monthly runs</a:t>
          </a:r>
        </a:p>
      </dsp:txBody>
      <dsp:txXfrm>
        <a:off x="1056922" y="1148151"/>
        <a:ext cx="5115025" cy="915084"/>
      </dsp:txXfrm>
    </dsp:sp>
    <dsp:sp modelId="{4CE4670F-46DD-4F7C-810D-5FB7D69FDC61}">
      <dsp:nvSpPr>
        <dsp:cNvPr id="0" name=""/>
        <dsp:cNvSpPr/>
      </dsp:nvSpPr>
      <dsp:spPr>
        <a:xfrm>
          <a:off x="0" y="2292007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E11B66-F369-441D-BB2F-93530C9258BC}">
      <dsp:nvSpPr>
        <dsp:cNvPr id="0" name=""/>
        <dsp:cNvSpPr/>
      </dsp:nvSpPr>
      <dsp:spPr>
        <a:xfrm>
          <a:off x="276813" y="2497901"/>
          <a:ext cx="503296" cy="503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A3C75-F641-48E8-8BFD-AF09C1B2D06A}">
      <dsp:nvSpPr>
        <dsp:cNvPr id="0" name=""/>
        <dsp:cNvSpPr/>
      </dsp:nvSpPr>
      <dsp:spPr>
        <a:xfrm>
          <a:off x="1056922" y="2292007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Security: authentication and role-based access, secure secrets</a:t>
          </a:r>
        </a:p>
      </dsp:txBody>
      <dsp:txXfrm>
        <a:off x="1056922" y="2292007"/>
        <a:ext cx="5115025" cy="915084"/>
      </dsp:txXfrm>
    </dsp:sp>
    <dsp:sp modelId="{3C0AA55C-5531-4089-BBFC-1C02745C6406}">
      <dsp:nvSpPr>
        <dsp:cNvPr id="0" name=""/>
        <dsp:cNvSpPr/>
      </dsp:nvSpPr>
      <dsp:spPr>
        <a:xfrm>
          <a:off x="0" y="3435863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102C4-99B0-4AF9-9861-B6554695868D}">
      <dsp:nvSpPr>
        <dsp:cNvPr id="0" name=""/>
        <dsp:cNvSpPr/>
      </dsp:nvSpPr>
      <dsp:spPr>
        <a:xfrm>
          <a:off x="276813" y="3641757"/>
          <a:ext cx="503296" cy="503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B3224-3B53-4ED4-B9F0-D1C515687ABC}">
      <dsp:nvSpPr>
        <dsp:cNvPr id="0" name=""/>
        <dsp:cNvSpPr/>
      </dsp:nvSpPr>
      <dsp:spPr>
        <a:xfrm>
          <a:off x="1056922" y="3435863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Ops: logging, monitoring, and configuration per environment</a:t>
          </a:r>
        </a:p>
      </dsp:txBody>
      <dsp:txXfrm>
        <a:off x="1056922" y="3435863"/>
        <a:ext cx="5115025" cy="915084"/>
      </dsp:txXfrm>
    </dsp:sp>
    <dsp:sp modelId="{8C910275-338F-4385-BD1A-DF4BECF93DC3}">
      <dsp:nvSpPr>
        <dsp:cNvPr id="0" name=""/>
        <dsp:cNvSpPr/>
      </dsp:nvSpPr>
      <dsp:spPr>
        <a:xfrm>
          <a:off x="0" y="4579719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193BE-09BA-4CBD-AE95-EB0818EEA3C4}">
      <dsp:nvSpPr>
        <dsp:cNvPr id="0" name=""/>
        <dsp:cNvSpPr/>
      </dsp:nvSpPr>
      <dsp:spPr>
        <a:xfrm>
          <a:off x="276813" y="4785613"/>
          <a:ext cx="503296" cy="5032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1DED3-C1EF-4C24-AFDF-9C1379976F41}">
      <dsp:nvSpPr>
        <dsp:cNvPr id="0" name=""/>
        <dsp:cNvSpPr/>
      </dsp:nvSpPr>
      <dsp:spPr>
        <a:xfrm>
          <a:off x="1056922" y="4579719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Product: PDF/CSV exports, email delivery, tenant portal</a:t>
          </a:r>
        </a:p>
      </dsp:txBody>
      <dsp:txXfrm>
        <a:off x="1056922" y="4579719"/>
        <a:ext cx="5115025" cy="91508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01308-86E5-4964-9C38-F8E32BE56D0E}">
      <dsp:nvSpPr>
        <dsp:cNvPr id="0" name=""/>
        <dsp:cNvSpPr/>
      </dsp:nvSpPr>
      <dsp:spPr>
        <a:xfrm>
          <a:off x="835" y="0"/>
          <a:ext cx="3382783" cy="3739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0" rIns="33414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EnergyOps demonstrates end-to-end SaaS thinking: APIs, data model, billing logic, analytics UI</a:t>
          </a:r>
        </a:p>
      </dsp:txBody>
      <dsp:txXfrm>
        <a:off x="835" y="1495958"/>
        <a:ext cx="3382783" cy="2243937"/>
      </dsp:txXfrm>
    </dsp:sp>
    <dsp:sp modelId="{50554820-D147-459C-84EC-9919530619E5}">
      <dsp:nvSpPr>
        <dsp:cNvPr id="0" name=""/>
        <dsp:cNvSpPr/>
      </dsp:nvSpPr>
      <dsp:spPr>
        <a:xfrm>
          <a:off x="835" y="0"/>
          <a:ext cx="3382783" cy="14959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165100" rIns="3341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35" y="0"/>
        <a:ext cx="3382783" cy="1495958"/>
      </dsp:txXfrm>
    </dsp:sp>
    <dsp:sp modelId="{03380166-E050-4F65-AE62-C95AFCFF597C}">
      <dsp:nvSpPr>
        <dsp:cNvPr id="0" name=""/>
        <dsp:cNvSpPr/>
      </dsp:nvSpPr>
      <dsp:spPr>
        <a:xfrm>
          <a:off x="3654240" y="0"/>
          <a:ext cx="3382783" cy="3739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0" rIns="33414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Energy domain alignment: submetering, usage visibility, billing accuracy</a:t>
          </a:r>
        </a:p>
      </dsp:txBody>
      <dsp:txXfrm>
        <a:off x="3654240" y="1495958"/>
        <a:ext cx="3382783" cy="2243937"/>
      </dsp:txXfrm>
    </dsp:sp>
    <dsp:sp modelId="{81308F66-07A7-4A2B-A923-8F12883C28BB}">
      <dsp:nvSpPr>
        <dsp:cNvPr id="0" name=""/>
        <dsp:cNvSpPr/>
      </dsp:nvSpPr>
      <dsp:spPr>
        <a:xfrm>
          <a:off x="3654240" y="0"/>
          <a:ext cx="3382783" cy="14959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165100" rIns="3341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654240" y="0"/>
        <a:ext cx="3382783" cy="1495958"/>
      </dsp:txXfrm>
    </dsp:sp>
    <dsp:sp modelId="{0138A241-5ECE-40E0-A10A-044D6239BF80}">
      <dsp:nvSpPr>
        <dsp:cNvPr id="0" name=""/>
        <dsp:cNvSpPr/>
      </dsp:nvSpPr>
      <dsp:spPr>
        <a:xfrm>
          <a:off x="7307646" y="0"/>
          <a:ext cx="3382783" cy="3739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0" rIns="33414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Happy to walk through code, tradeoffs, and how I would productionize it</a:t>
          </a:r>
        </a:p>
      </dsp:txBody>
      <dsp:txXfrm>
        <a:off x="7307646" y="1495958"/>
        <a:ext cx="3382783" cy="2243937"/>
      </dsp:txXfrm>
    </dsp:sp>
    <dsp:sp modelId="{5369614F-AAFA-4897-9ED2-E4980CD915E5}">
      <dsp:nvSpPr>
        <dsp:cNvPr id="0" name=""/>
        <dsp:cNvSpPr/>
      </dsp:nvSpPr>
      <dsp:spPr>
        <a:xfrm>
          <a:off x="7307646" y="0"/>
          <a:ext cx="3382783" cy="14959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44" tIns="165100" rIns="3341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307646" y="0"/>
        <a:ext cx="3382783" cy="1495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7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45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0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2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9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9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0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9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39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92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16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41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78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7D3D5-F041-0887-BD6E-9393D0834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 err="1">
                <a:latin typeface="Calibri"/>
              </a:rPr>
              <a:t>EnergyOps</a:t>
            </a:r>
            <a:br>
              <a:rPr lang="en-US" sz="4000" b="1" dirty="0">
                <a:latin typeface="Calibri"/>
              </a:rPr>
            </a:br>
            <a:r>
              <a:rPr lang="en-US" sz="4000" dirty="0">
                <a:latin typeface="Calibri"/>
              </a:rPr>
              <a:t>Smart Submeter Billing and Monitoring Platform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5E5CD-46D6-7E5D-283A-AC41EC453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/>
              <a:t>Onsite Interview Project Presentation (Lead SaaS Developer)</a:t>
            </a:r>
          </a:p>
          <a:p>
            <a:pPr>
              <a:lnSpc>
                <a:spcPct val="100000"/>
              </a:lnSpc>
            </a:pPr>
            <a:r>
              <a:rPr lang="en-US" sz="1000"/>
              <a:t>Tech stack: React + ASP.NET Core (.NET 6) + EF Core + SQLite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Digital financial graph">
            <a:extLst>
              <a:ext uri="{FF2B5EF4-FFF2-40B4-BE49-F238E27FC236}">
                <a16:creationId xmlns:a16="http://schemas.microsoft.com/office/drawing/2014/main" id="{91DC5D2A-3DB2-06EF-C50D-3A82BBB017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40" r="12354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9E4EB-3C48-09EA-FB97-55456B517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157" y="2783074"/>
            <a:ext cx="7315843" cy="407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2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83C96-0751-9150-59A9-7A314EC73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/>
              </a:rPr>
              <a:t>Agenda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AA531A-403F-6B1F-7AC3-685D62BAE0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0195929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586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8ADCE-49D8-60CB-C08B-EA1496ADC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Problem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13BDBC-687C-7C5E-1FFD-60D249B407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4456899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1206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5A347-7D8F-ADD6-6A4B-B322EF7B1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Goals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F312F15-6539-E2FC-7B4A-8D5E4DF56D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1407732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6445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66DF4-4B6D-BF9E-530E-65DFE9EC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/>
              </a:rPr>
              <a:t>Solution Overview</a:t>
            </a:r>
            <a:endParaRPr lang="en-US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C5BA0688-80A2-BE43-EA4D-51265E52B2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22" r="36145" b="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8F291-079C-40CF-2135-495910EE9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lang="en-US" dirty="0"/>
              <a:t>Property and Unit management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lang="en-US" dirty="0"/>
              <a:t>Rate plan assignment (rate per kWh + fixed fee)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lang="en-US" dirty="0"/>
              <a:t>Reading simulation (IoT-style telemetry)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lang="en-US" dirty="0"/>
              <a:t>Monthly billing generation with rate snapshots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lang="en-US" dirty="0"/>
              <a:t>Dashboard: KPIs, charts, top consumer, spike alerts, invoice drill-down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237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965D-5FCC-C933-9574-DDF9D04DC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6309765" cy="130759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11827"/>
                </a:solidFill>
                <a:latin typeface="Calibri"/>
              </a:rPr>
              <a:t>System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96134-D9B1-774E-DBB8-1A6DD6A5E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95" y="1962432"/>
            <a:ext cx="7239405" cy="1389888"/>
          </a:xfrm>
        </p:spPr>
        <p:txBody>
          <a:bodyPr/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lang="en-US" dirty="0"/>
              <a:t>Frontend is decoupled: fetches data via REST APIs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lang="en-US" dirty="0"/>
              <a:t>Backend handles aggregation, billing logic, and spike detection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lang="en-US" dirty="0"/>
              <a:t>Database stores normalized entities and time-series readings</a:t>
            </a:r>
          </a:p>
          <a:p>
            <a:endParaRPr lang="en-US" dirty="0"/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186CC687-61AB-0CE8-7BC9-209384446B63}"/>
              </a:ext>
            </a:extLst>
          </p:cNvPr>
          <p:cNvSpPr/>
          <p:nvPr/>
        </p:nvSpPr>
        <p:spPr>
          <a:xfrm>
            <a:off x="8550360" y="859536"/>
            <a:ext cx="301752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6EDFB8-2516-E053-9369-6FBF4207E5C3}"/>
              </a:ext>
            </a:extLst>
          </p:cNvPr>
          <p:cNvSpPr/>
          <p:nvPr/>
        </p:nvSpPr>
        <p:spPr>
          <a:xfrm>
            <a:off x="8550360" y="859536"/>
            <a:ext cx="301752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1F487-330E-5AD9-CF89-C81E0694995E}"/>
              </a:ext>
            </a:extLst>
          </p:cNvPr>
          <p:cNvSpPr txBox="1"/>
          <p:nvPr/>
        </p:nvSpPr>
        <p:spPr>
          <a:xfrm>
            <a:off x="8778960" y="1088136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React SPA (Vite)</a:t>
            </a:r>
          </a:p>
          <a:p>
            <a:r>
              <a:rPr sz="1800" b="1">
                <a:solidFill>
                  <a:srgbClr val="111827"/>
                </a:solidFill>
              </a:rPr>
              <a:t>Dashboard UI</a:t>
            </a:r>
          </a:p>
        </p:txBody>
      </p:sp>
      <p:sp>
        <p:nvSpPr>
          <p:cNvPr id="16" name="Right Arrow 7">
            <a:extLst>
              <a:ext uri="{FF2B5EF4-FFF2-40B4-BE49-F238E27FC236}">
                <a16:creationId xmlns:a16="http://schemas.microsoft.com/office/drawing/2014/main" id="{AE61C12B-4DDB-786B-7826-3C3161BA2E2E}"/>
              </a:ext>
            </a:extLst>
          </p:cNvPr>
          <p:cNvSpPr/>
          <p:nvPr/>
        </p:nvSpPr>
        <p:spPr>
          <a:xfrm rot="5400000">
            <a:off x="9601920" y="2031012"/>
            <a:ext cx="594360" cy="45720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2D56675D-0299-122D-62D2-41050B6FDA0D}"/>
              </a:ext>
            </a:extLst>
          </p:cNvPr>
          <p:cNvSpPr/>
          <p:nvPr/>
        </p:nvSpPr>
        <p:spPr>
          <a:xfrm>
            <a:off x="8550360" y="2658420"/>
            <a:ext cx="3017520" cy="9977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3C0A04-2D1B-D9E8-2225-68D22E8F598F}"/>
              </a:ext>
            </a:extLst>
          </p:cNvPr>
          <p:cNvSpPr/>
          <p:nvPr/>
        </p:nvSpPr>
        <p:spPr>
          <a:xfrm>
            <a:off x="8550360" y="2658420"/>
            <a:ext cx="30175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5F4E9A-D018-7D67-57FD-B55E13CC82C0}"/>
              </a:ext>
            </a:extLst>
          </p:cNvPr>
          <p:cNvSpPr txBox="1"/>
          <p:nvPr/>
        </p:nvSpPr>
        <p:spPr>
          <a:xfrm>
            <a:off x="8778960" y="2887020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ASP.NET Core Web API</a:t>
            </a:r>
          </a:p>
          <a:p>
            <a:r>
              <a:rPr sz="1800" b="1">
                <a:solidFill>
                  <a:srgbClr val="111827"/>
                </a:solidFill>
              </a:rPr>
              <a:t>Billing + Analytics</a:t>
            </a:r>
          </a:p>
        </p:txBody>
      </p:sp>
      <p:sp>
        <p:nvSpPr>
          <p:cNvPr id="20" name="Right Arrow 11">
            <a:extLst>
              <a:ext uri="{FF2B5EF4-FFF2-40B4-BE49-F238E27FC236}">
                <a16:creationId xmlns:a16="http://schemas.microsoft.com/office/drawing/2014/main" id="{EB3F5086-0A5D-BDFF-C004-6C864CECAE09}"/>
              </a:ext>
            </a:extLst>
          </p:cNvPr>
          <p:cNvSpPr/>
          <p:nvPr/>
        </p:nvSpPr>
        <p:spPr>
          <a:xfrm rot="5400000">
            <a:off x="9601920" y="3787704"/>
            <a:ext cx="594360" cy="45720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9EAE6286-F898-DA7E-2129-72743204FE7D}"/>
              </a:ext>
            </a:extLst>
          </p:cNvPr>
          <p:cNvSpPr/>
          <p:nvPr/>
        </p:nvSpPr>
        <p:spPr>
          <a:xfrm>
            <a:off x="8550360" y="4385196"/>
            <a:ext cx="3017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EB4E6A-BFC4-AB53-44CF-957C5BED6E47}"/>
              </a:ext>
            </a:extLst>
          </p:cNvPr>
          <p:cNvSpPr/>
          <p:nvPr/>
        </p:nvSpPr>
        <p:spPr>
          <a:xfrm>
            <a:off x="8550360" y="4385196"/>
            <a:ext cx="301752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2BEA26-60E6-AD1E-660C-34F84C2A9FAD}"/>
              </a:ext>
            </a:extLst>
          </p:cNvPr>
          <p:cNvSpPr txBox="1"/>
          <p:nvPr/>
        </p:nvSpPr>
        <p:spPr>
          <a:xfrm>
            <a:off x="8778960" y="4613796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EF Core + SQLite</a:t>
            </a:r>
          </a:p>
          <a:p>
            <a:r>
              <a:rPr sz="1800" b="1">
                <a:solidFill>
                  <a:srgbClr val="111827"/>
                </a:solidFill>
              </a:rPr>
              <a:t>Relational Storage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A12D1AF-26C2-AB2C-F4C5-3A53DEDF4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24"/>
          <a:stretch>
            <a:fillRect/>
          </a:stretch>
        </p:blipFill>
        <p:spPr>
          <a:xfrm>
            <a:off x="1140961" y="3521004"/>
            <a:ext cx="5869439" cy="260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0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81660F-E6F9-B3E3-24B8-B1E2A080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>
                <a:latin typeface="Calibri"/>
              </a:rPr>
              <a:t>Data Model (Entities)</a:t>
            </a:r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6451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32F47-D1E9-6FBE-D19A-2D41BB577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2221992"/>
            <a:ext cx="4800600" cy="373989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rPr lang="en-US" b="1" dirty="0"/>
              <a:t>Property</a:t>
            </a:r>
            <a:r>
              <a:rPr lang="en-US" dirty="0"/>
              <a:t>: building metadata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lang="en-US" b="1" dirty="0"/>
              <a:t>Unit</a:t>
            </a:r>
            <a:r>
              <a:rPr lang="en-US" dirty="0"/>
              <a:t>: tenant metadata + links to Property and </a:t>
            </a:r>
            <a:r>
              <a:rPr lang="en-US" dirty="0" err="1"/>
              <a:t>RatePlan</a:t>
            </a:r>
            <a:endParaRPr lang="en-US" dirty="0"/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lang="en-US" b="1" dirty="0" err="1"/>
              <a:t>RatePlan</a:t>
            </a:r>
            <a:r>
              <a:rPr lang="en-US" dirty="0"/>
              <a:t>: pricing rules (</a:t>
            </a:r>
            <a:r>
              <a:rPr lang="en-US" dirty="0" err="1"/>
              <a:t>ratePerKwh</a:t>
            </a:r>
            <a:r>
              <a:rPr lang="en-US" dirty="0"/>
              <a:t>, </a:t>
            </a:r>
            <a:r>
              <a:rPr lang="en-US" dirty="0" err="1"/>
              <a:t>fixedFee</a:t>
            </a:r>
            <a:r>
              <a:rPr lang="en-US" dirty="0"/>
              <a:t>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lang="en-US" b="1" dirty="0" err="1"/>
              <a:t>MeterReading</a:t>
            </a:r>
            <a:r>
              <a:rPr lang="en-US" dirty="0"/>
              <a:t>: time-series usage per unit with timestamp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rPr lang="en-US" b="1" dirty="0"/>
              <a:t>Invoice</a:t>
            </a:r>
            <a:r>
              <a:rPr lang="en-US" dirty="0"/>
              <a:t>: monthly bill per unit with snapshot pricing</a:t>
            </a:r>
          </a:p>
          <a:p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46451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7AC8653-A1A8-6A01-3F3B-9405042F7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1" r="2" b="7772"/>
          <a:stretch>
            <a:fillRect/>
          </a:stretch>
        </p:blipFill>
        <p:spPr>
          <a:xfrm>
            <a:off x="6147816" y="10"/>
            <a:ext cx="604418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29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1512-C4F3-21CC-BA54-FD314923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950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11827"/>
                </a:solidFill>
                <a:latin typeface="Calibri"/>
              </a:rPr>
              <a:t>API Design (REST)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251FBD-059B-E5ED-98B2-29835C1812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126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4D7D-3568-CCA5-F6E6-298AAAA16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8382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B5C812-E18D-4355-1974-CEECF5678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329" y="1752600"/>
            <a:ext cx="9130698" cy="4210050"/>
          </a:xfrm>
        </p:spPr>
      </p:pic>
    </p:spTree>
    <p:extLst>
      <p:ext uri="{BB962C8B-B14F-4D97-AF65-F5344CB8AC3E}">
        <p14:creationId xmlns:p14="http://schemas.microsoft.com/office/powerpoint/2010/main" val="106350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C52F9-7243-BBBB-9E44-D60213562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44AB07D-576B-A020-FBF0-F18D58CD8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101" y="2000635"/>
            <a:ext cx="8626118" cy="392488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123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5F4D-30BC-7E31-1650-09533ED9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70323A-C470-245D-5004-E746A7E0E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124" y="1868539"/>
            <a:ext cx="8166286" cy="374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87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09F79-9202-CC71-AF9B-13C1F4477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</a:rPr>
              <a:t>Billing Engine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BA2BD6-AA12-9E51-435C-3361280C63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375026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Top 10 Best Subscription Billing Software Platforms for 2025 (List)">
            <a:extLst>
              <a:ext uri="{FF2B5EF4-FFF2-40B4-BE49-F238E27FC236}">
                <a16:creationId xmlns:a16="http://schemas.microsoft.com/office/drawing/2014/main" id="{AB5C4540-392D-979A-3E70-9DBF20D98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049" y="1638290"/>
            <a:ext cx="2648712" cy="1284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009F7D-B77F-663D-A58F-14EF850D07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1"/>
          <a:stretch>
            <a:fillRect/>
          </a:stretch>
        </p:blipFill>
        <p:spPr>
          <a:xfrm>
            <a:off x="669223" y="3212377"/>
            <a:ext cx="3759393" cy="336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590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E131E-9A0F-BC47-73E3-876974602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Simulation Engine (Demo Telemetry)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D99288D-16C1-4B19-7E40-1AAC9CA7FA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0862758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0875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D8E19-59DA-1214-ACE3-2DAB68FBF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Dashboard KPIs (Aggregated Server-side)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2C8A50-4D17-E9AB-5DD0-FE32280C23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775363"/>
              </p:ext>
            </p:extLst>
          </p:nvPr>
        </p:nvGraphicFramePr>
        <p:xfrm>
          <a:off x="800100" y="2276474"/>
          <a:ext cx="10629900" cy="178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9014F4F5-7206-1829-8306-282A032AA300}"/>
              </a:ext>
            </a:extLst>
          </p:cNvPr>
          <p:cNvSpPr/>
          <p:nvPr/>
        </p:nvSpPr>
        <p:spPr>
          <a:xfrm>
            <a:off x="112320" y="48879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5CC217-59F3-FD6C-424D-BD1DFF779C56}"/>
              </a:ext>
            </a:extLst>
          </p:cNvPr>
          <p:cNvSpPr/>
          <p:nvPr/>
        </p:nvSpPr>
        <p:spPr>
          <a:xfrm>
            <a:off x="112320" y="4887900"/>
            <a:ext cx="283464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BC26D3-446E-A008-BD07-065EB57AFD7D}"/>
              </a:ext>
            </a:extLst>
          </p:cNvPr>
          <p:cNvSpPr txBox="1"/>
          <p:nvPr/>
        </p:nvSpPr>
        <p:spPr>
          <a:xfrm>
            <a:off x="340920" y="50524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</a:rPr>
              <a:t>Total Usage (kWh)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BC122A-1002-D0EA-5E54-9E5DFD10D5F4}"/>
              </a:ext>
            </a:extLst>
          </p:cNvPr>
          <p:cNvSpPr txBox="1"/>
          <p:nvPr/>
        </p:nvSpPr>
        <p:spPr>
          <a:xfrm>
            <a:off x="340920" y="5363388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1827"/>
                </a:solidFill>
              </a:rPr>
              <a:t>Sum of readings</a:t>
            </a: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1EA0BF57-D882-67A9-5F69-F21FE44365E9}"/>
              </a:ext>
            </a:extLst>
          </p:cNvPr>
          <p:cNvSpPr/>
          <p:nvPr/>
        </p:nvSpPr>
        <p:spPr>
          <a:xfrm>
            <a:off x="3175560" y="48879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18BF3E-8174-4261-B66C-D87626277AFE}"/>
              </a:ext>
            </a:extLst>
          </p:cNvPr>
          <p:cNvSpPr/>
          <p:nvPr/>
        </p:nvSpPr>
        <p:spPr>
          <a:xfrm>
            <a:off x="3175560" y="4887900"/>
            <a:ext cx="28346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680040-4A25-2D62-9DA2-1AF82D3D938F}"/>
              </a:ext>
            </a:extLst>
          </p:cNvPr>
          <p:cNvSpPr txBox="1"/>
          <p:nvPr/>
        </p:nvSpPr>
        <p:spPr>
          <a:xfrm>
            <a:off x="3404160" y="50524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</a:rPr>
              <a:t>Daily Avg (kWh)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7502F9-52A3-86B0-75C8-56A46DAAD987}"/>
              </a:ext>
            </a:extLst>
          </p:cNvPr>
          <p:cNvSpPr txBox="1"/>
          <p:nvPr/>
        </p:nvSpPr>
        <p:spPr>
          <a:xfrm>
            <a:off x="3404160" y="5363388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1827"/>
                </a:solidFill>
              </a:rPr>
              <a:t>Total / days</a:t>
            </a:r>
          </a:p>
        </p:txBody>
      </p:sp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22E563E0-3F02-64AF-7848-335B4B181A84}"/>
              </a:ext>
            </a:extLst>
          </p:cNvPr>
          <p:cNvSpPr/>
          <p:nvPr/>
        </p:nvSpPr>
        <p:spPr>
          <a:xfrm>
            <a:off x="6238800" y="48879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5AE480-C1F2-7A9C-D128-52509C432EAF}"/>
              </a:ext>
            </a:extLst>
          </p:cNvPr>
          <p:cNvSpPr/>
          <p:nvPr/>
        </p:nvSpPr>
        <p:spPr>
          <a:xfrm>
            <a:off x="6238800" y="4887900"/>
            <a:ext cx="283464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8FA059-66C4-C7BB-2A11-0C8C5DCCD341}"/>
              </a:ext>
            </a:extLst>
          </p:cNvPr>
          <p:cNvSpPr txBox="1"/>
          <p:nvPr/>
        </p:nvSpPr>
        <p:spPr>
          <a:xfrm>
            <a:off x="6467400" y="50524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</a:rPr>
              <a:t>Total Invoices ($)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086696-F170-5E05-7AB0-C623A753CB8D}"/>
              </a:ext>
            </a:extLst>
          </p:cNvPr>
          <p:cNvSpPr txBox="1"/>
          <p:nvPr/>
        </p:nvSpPr>
        <p:spPr>
          <a:xfrm>
            <a:off x="6467400" y="5363388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1827"/>
                </a:solidFill>
              </a:rPr>
              <a:t>Sum of invoices</a:t>
            </a:r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D3770461-018B-8066-C246-34971B369374}"/>
              </a:ext>
            </a:extLst>
          </p:cNvPr>
          <p:cNvSpPr/>
          <p:nvPr/>
        </p:nvSpPr>
        <p:spPr>
          <a:xfrm>
            <a:off x="9302040" y="48879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A714DF-0DC8-5AE0-8A86-7A11A9A964E1}"/>
              </a:ext>
            </a:extLst>
          </p:cNvPr>
          <p:cNvSpPr/>
          <p:nvPr/>
        </p:nvSpPr>
        <p:spPr>
          <a:xfrm>
            <a:off x="9302040" y="4887900"/>
            <a:ext cx="28346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05EA49-E79A-52CE-F4B9-49E6EA70D052}"/>
              </a:ext>
            </a:extLst>
          </p:cNvPr>
          <p:cNvSpPr txBox="1"/>
          <p:nvPr/>
        </p:nvSpPr>
        <p:spPr>
          <a:xfrm>
            <a:off x="9530640" y="50524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</a:rPr>
              <a:t>Top Consumer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84BE3A-2F54-5D6E-A9FB-315C1C95614F}"/>
              </a:ext>
            </a:extLst>
          </p:cNvPr>
          <p:cNvSpPr txBox="1"/>
          <p:nvPr/>
        </p:nvSpPr>
        <p:spPr>
          <a:xfrm>
            <a:off x="9530640" y="5363388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1827"/>
                </a:solidFill>
              </a:rPr>
              <a:t>Highest usage</a:t>
            </a:r>
          </a:p>
        </p:txBody>
      </p:sp>
    </p:spTree>
    <p:extLst>
      <p:ext uri="{BB962C8B-B14F-4D97-AF65-F5344CB8AC3E}">
        <p14:creationId xmlns:p14="http://schemas.microsoft.com/office/powerpoint/2010/main" val="2529570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A13D-7094-AC40-71E2-3A08C838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111827"/>
                </a:solidFill>
                <a:latin typeface="Calibri"/>
              </a:rPr>
              <a:t>Visual Analytics (Example)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0544F9A-E530-FB23-FAF7-AD5E4893486A}"/>
              </a:ext>
            </a:extLst>
          </p:cNvPr>
          <p:cNvGraphicFramePr>
            <a:graphicFrameLocks noGrp="1"/>
          </p:cNvGraphicFramePr>
          <p:nvPr/>
        </p:nvGraphicFramePr>
        <p:xfrm>
          <a:off x="822960" y="2011680"/>
          <a:ext cx="5760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293FC9D-C0D1-18DB-CCDC-86B8BE744234}"/>
              </a:ext>
            </a:extLst>
          </p:cNvPr>
          <p:cNvGraphicFramePr>
            <a:graphicFrameLocks noGrp="1"/>
          </p:cNvGraphicFramePr>
          <p:nvPr/>
        </p:nvGraphicFramePr>
        <p:xfrm>
          <a:off x="6858000" y="2011680"/>
          <a:ext cx="4572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54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1A53F-9562-59A6-1BE6-362D9D61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Spike Detection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DCA7BB53-2310-4DA0-08D9-4A68A4FAF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5007136"/>
              </p:ext>
            </p:extLst>
          </p:nvPr>
        </p:nvGraphicFramePr>
        <p:xfrm>
          <a:off x="800100" y="2276474"/>
          <a:ext cx="10629900" cy="277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F8A61694-E8D7-3E3B-08E7-7130D2A7F702}"/>
              </a:ext>
            </a:extLst>
          </p:cNvPr>
          <p:cNvSpPr/>
          <p:nvPr/>
        </p:nvSpPr>
        <p:spPr>
          <a:xfrm>
            <a:off x="803784" y="527616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68E65-AAED-9279-5715-141D97677492}"/>
              </a:ext>
            </a:extLst>
          </p:cNvPr>
          <p:cNvSpPr txBox="1"/>
          <p:nvPr/>
        </p:nvSpPr>
        <p:spPr>
          <a:xfrm>
            <a:off x="1110556" y="5574268"/>
            <a:ext cx="10277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11827"/>
                </a:solidFill>
              </a:rPr>
              <a:t>Spike if:  </a:t>
            </a:r>
            <a:r>
              <a:rPr lang="en-US" sz="1800" b="1" dirty="0" err="1">
                <a:solidFill>
                  <a:srgbClr val="111827"/>
                </a:solidFill>
              </a:rPr>
              <a:t>MaxDaily</a:t>
            </a:r>
            <a:r>
              <a:rPr lang="en-US" sz="1800" b="1" dirty="0">
                <a:solidFill>
                  <a:srgbClr val="111827"/>
                </a:solidFill>
              </a:rPr>
              <a:t> ≥ </a:t>
            </a:r>
            <a:r>
              <a:rPr lang="en-US" sz="1800" b="1" dirty="0" err="1">
                <a:solidFill>
                  <a:srgbClr val="111827"/>
                </a:solidFill>
              </a:rPr>
              <a:t>AvgDaily</a:t>
            </a:r>
            <a:r>
              <a:rPr lang="en-US" sz="1800" b="1" dirty="0">
                <a:solidFill>
                  <a:srgbClr val="111827"/>
                </a:solidFill>
              </a:rPr>
              <a:t> × 1.2   OR   </a:t>
            </a:r>
            <a:r>
              <a:rPr lang="en-US" sz="1800" b="1" dirty="0" err="1">
                <a:solidFill>
                  <a:srgbClr val="111827"/>
                </a:solidFill>
              </a:rPr>
              <a:t>MaxDaily</a:t>
            </a:r>
            <a:r>
              <a:rPr lang="en-US" sz="1800" b="1" dirty="0">
                <a:solidFill>
                  <a:srgbClr val="111827"/>
                </a:solidFill>
              </a:rPr>
              <a:t> ≥ </a:t>
            </a:r>
            <a:r>
              <a:rPr lang="en-US" sz="1800" b="1" dirty="0" err="1">
                <a:solidFill>
                  <a:srgbClr val="111827"/>
                </a:solidFill>
              </a:rPr>
              <a:t>AvgDaily</a:t>
            </a:r>
            <a:r>
              <a:rPr lang="en-US" sz="1800" b="1" dirty="0">
                <a:solidFill>
                  <a:srgbClr val="111827"/>
                </a:solidFill>
              </a:rPr>
              <a:t> + 10 kWh</a:t>
            </a:r>
          </a:p>
        </p:txBody>
      </p:sp>
    </p:spTree>
    <p:extLst>
      <p:ext uri="{BB962C8B-B14F-4D97-AF65-F5344CB8AC3E}">
        <p14:creationId xmlns:p14="http://schemas.microsoft.com/office/powerpoint/2010/main" val="1988213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C51B-F3DF-B88D-B524-4132F22B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111827"/>
                </a:solidFill>
                <a:latin typeface="Calibri"/>
              </a:rPr>
              <a:t>Live Demo Flow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03406F-BD10-DD49-60ED-A098FF18217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5906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09647-2245-3EC9-814A-A05506E9E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/>
              </a:rPr>
              <a:t>Key Engineering Decisions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5C82E-6BDD-A1C7-EB58-42B90F30E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 sz="2000">
                <a:solidFill>
                  <a:srgbClr val="111827"/>
                </a:solidFill>
              </a:defRPr>
            </a:pPr>
            <a:r>
              <a:rPr lang="en-US" dirty="0"/>
              <a:t>Server-side aggregation keeps UI simple and performance predictable</a:t>
            </a:r>
          </a:p>
          <a:p>
            <a:pPr>
              <a:lnSpc>
                <a:spcPct val="100000"/>
              </a:lnSpc>
              <a:defRPr sz="2000">
                <a:solidFill>
                  <a:srgbClr val="111827"/>
                </a:solidFill>
              </a:defRPr>
            </a:pPr>
            <a:r>
              <a:rPr lang="en-US" dirty="0"/>
              <a:t>Invoice snapshot pricing supports audit and change control</a:t>
            </a:r>
          </a:p>
          <a:p>
            <a:pPr>
              <a:lnSpc>
                <a:spcPct val="100000"/>
              </a:lnSpc>
              <a:defRPr sz="2000">
                <a:solidFill>
                  <a:srgbClr val="111827"/>
                </a:solidFill>
              </a:defRPr>
            </a:pPr>
            <a:r>
              <a:rPr lang="en-US" dirty="0"/>
              <a:t>Clean REST routes and normalized relational model</a:t>
            </a:r>
          </a:p>
          <a:p>
            <a:pPr>
              <a:lnSpc>
                <a:spcPct val="100000"/>
              </a:lnSpc>
              <a:defRPr sz="2000">
                <a:solidFill>
                  <a:srgbClr val="111827"/>
                </a:solidFill>
              </a:defRPr>
            </a:pPr>
            <a:r>
              <a:rPr lang="en-US" dirty="0"/>
              <a:t>Simulation engine enables repeatable testing of billing and alerts</a:t>
            </a:r>
          </a:p>
          <a:p>
            <a:pPr>
              <a:lnSpc>
                <a:spcPct val="100000"/>
              </a:lnSpc>
              <a:defRPr sz="2000">
                <a:solidFill>
                  <a:srgbClr val="111827"/>
                </a:solidFill>
              </a:defRPr>
            </a:pPr>
            <a:r>
              <a:rPr lang="en-US" dirty="0"/>
              <a:t>Designed for upgrade path: SQL Server, background jobs, auth, exports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687BE256-53AE-D1A0-18BE-0DD6CBD38E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48" r="25279" b="-2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08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36435-4A6E-E2E0-5814-78ED89DB8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Next Steps for Production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F6F04A-F89A-5578-0D7C-41BBD4E32B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729149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A6B20B4-FC92-4263-C411-951B3543D3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534" y="2903034"/>
            <a:ext cx="432288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22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F2DE-C864-EB45-1CD4-3F9FFC05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11827"/>
                </a:solidFill>
                <a:latin typeface="Calibri"/>
              </a:rPr>
              <a:t>Closing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06366B-7E6C-141D-5918-7762882071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5595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F1E8A795-F6B6-7136-E19E-FC61027398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3" b="131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A66AC-069E-83C3-066E-51426F2B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Thank You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149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819</Words>
  <Application>Microsoft Office PowerPoint</Application>
  <PresentationFormat>Widescreen</PresentationFormat>
  <Paragraphs>118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Calisto MT</vt:lpstr>
      <vt:lpstr>Univers Condensed</vt:lpstr>
      <vt:lpstr>ChronicleVTI</vt:lpstr>
      <vt:lpstr>EnergyOps Smart Submeter Billing and Monitoring Platform</vt:lpstr>
      <vt:lpstr>Agenda</vt:lpstr>
      <vt:lpstr>Problem</vt:lpstr>
      <vt:lpstr>Goals</vt:lpstr>
      <vt:lpstr>Solution Overview</vt:lpstr>
      <vt:lpstr>System Architecture</vt:lpstr>
      <vt:lpstr>Data Model (Entities)</vt:lpstr>
      <vt:lpstr>API Design (REST)</vt:lpstr>
      <vt:lpstr>DASHBOARD</vt:lpstr>
      <vt:lpstr>DASHBOARD</vt:lpstr>
      <vt:lpstr>DASHBOARD</vt:lpstr>
      <vt:lpstr>Billing Engine</vt:lpstr>
      <vt:lpstr>Simulation Engine (Demo Telemetry)</vt:lpstr>
      <vt:lpstr>Dashboard KPIs (Aggregated Server-side)</vt:lpstr>
      <vt:lpstr>Visual Analytics (Example)</vt:lpstr>
      <vt:lpstr>Spike Detection</vt:lpstr>
      <vt:lpstr>Live Demo Flow</vt:lpstr>
      <vt:lpstr>Key Engineering Decisions</vt:lpstr>
      <vt:lpstr>Next Steps for Production</vt:lpstr>
      <vt:lpstr>Closing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EnergyOps</dc:title>
  <dc:creator>FARA FATIMA</dc:creator>
  <cp:lastModifiedBy>FaraFatima</cp:lastModifiedBy>
  <cp:revision>2</cp:revision>
  <dcterms:created xsi:type="dcterms:W3CDTF">2026-02-17T20:35:17Z</dcterms:created>
  <dcterms:modified xsi:type="dcterms:W3CDTF">2026-02-17T21:43:45Z</dcterms:modified>
</cp:coreProperties>
</file>